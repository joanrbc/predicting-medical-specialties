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4" r:id="rId1"/>
  </p:sldMasterIdLst>
  <p:notesMasterIdLst>
    <p:notesMasterId r:id="rId15"/>
  </p:notesMasterIdLst>
  <p:sldIdLst>
    <p:sldId id="2440" r:id="rId2"/>
    <p:sldId id="2567" r:id="rId3"/>
    <p:sldId id="2568" r:id="rId4"/>
    <p:sldId id="2592" r:id="rId5"/>
    <p:sldId id="2572" r:id="rId6"/>
    <p:sldId id="3307" r:id="rId7"/>
    <p:sldId id="2575" r:id="rId8"/>
    <p:sldId id="2571" r:id="rId9"/>
    <p:sldId id="3312" r:id="rId10"/>
    <p:sldId id="2579" r:id="rId11"/>
    <p:sldId id="2582" r:id="rId12"/>
    <p:sldId id="2573" r:id="rId13"/>
    <p:sldId id="2591" r:id="rId14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12" userDrawn="1">
          <p15:clr>
            <a:srgbClr val="A4A3A4"/>
          </p15:clr>
        </p15:guide>
        <p15:guide id="4" pos="14302" userDrawn="1">
          <p15:clr>
            <a:srgbClr val="A4A3A4"/>
          </p15:clr>
        </p15:guide>
        <p15:guide id="5" pos="1054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9" pos="7678" userDrawn="1">
          <p15:clr>
            <a:srgbClr val="A4A3A4"/>
          </p15:clr>
        </p15:guide>
        <p15:guide id="10" orient="horz" pos="43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2F2F2"/>
    <a:srgbClr val="2B2E35"/>
    <a:srgbClr val="00C5CF"/>
    <a:srgbClr val="71DEB0"/>
    <a:srgbClr val="35D6AA"/>
    <a:srgbClr val="03CFD9"/>
    <a:srgbClr val="00DDE8"/>
    <a:srgbClr val="9C4392"/>
    <a:srgbClr val="F8B600"/>
    <a:srgbClr val="009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AB9F8-70FC-4AA6-8372-4A3B1F7034C4}" v="498" dt="2020-08-28T11:13:23.724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0" autoAdjust="0"/>
    <p:restoredTop sz="93854" autoAdjust="0"/>
  </p:normalViewPr>
  <p:slideViewPr>
    <p:cSldViewPr snapToGrid="0" snapToObjects="1">
      <p:cViewPr varScale="1">
        <p:scale>
          <a:sx n="40" d="100"/>
          <a:sy n="40" d="100"/>
        </p:scale>
        <p:origin x="811" y="67"/>
      </p:cViewPr>
      <p:guideLst>
        <p:guide orient="horz" pos="8112"/>
        <p:guide pos="14302"/>
        <p:guide pos="1054"/>
        <p:guide orient="horz" pos="504"/>
        <p:guide pos="7678"/>
        <p:guide orient="horz" pos="432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" userId="3d3d9d5ec6c6aee0" providerId="LiveId" clId="{6B6AB9F8-70FC-4AA6-8372-4A3B1F7034C4}"/>
    <pc:docChg chg="undo redo custSel addSld delSld modSld sldOrd">
      <pc:chgData name="Joan" userId="3d3d9d5ec6c6aee0" providerId="LiveId" clId="{6B6AB9F8-70FC-4AA6-8372-4A3B1F7034C4}" dt="2020-08-30T18:14:53.437" v="7043" actId="1076"/>
      <pc:docMkLst>
        <pc:docMk/>
      </pc:docMkLst>
      <pc:sldChg chg="addSp modSp mod">
        <pc:chgData name="Joan" userId="3d3d9d5ec6c6aee0" providerId="LiveId" clId="{6B6AB9F8-70FC-4AA6-8372-4A3B1F7034C4}" dt="2020-08-27T22:56:54.687" v="1486" actId="1076"/>
        <pc:sldMkLst>
          <pc:docMk/>
          <pc:sldMk cId="469906470" sldId="2440"/>
        </pc:sldMkLst>
        <pc:spChg chg="add mod">
          <ac:chgData name="Joan" userId="3d3d9d5ec6c6aee0" providerId="LiveId" clId="{6B6AB9F8-70FC-4AA6-8372-4A3B1F7034C4}" dt="2020-08-27T22:56:54.687" v="1486" actId="1076"/>
          <ac:spMkLst>
            <pc:docMk/>
            <pc:sldMk cId="469906470" sldId="2440"/>
            <ac:spMk id="5" creationId="{369E55BE-A584-42A3-96F4-3FF9706D3D7C}"/>
          </ac:spMkLst>
        </pc:spChg>
        <pc:spChg chg="mod">
          <ac:chgData name="Joan" userId="3d3d9d5ec6c6aee0" providerId="LiveId" clId="{6B6AB9F8-70FC-4AA6-8372-4A3B1F7034C4}" dt="2020-08-27T18:30:13.736" v="273" actId="20577"/>
          <ac:spMkLst>
            <pc:docMk/>
            <pc:sldMk cId="469906470" sldId="2440"/>
            <ac:spMk id="10" creationId="{00000000-0000-0000-0000-000000000000}"/>
          </ac:spMkLst>
        </pc:spChg>
        <pc:spChg chg="mod">
          <ac:chgData name="Joan" userId="3d3d9d5ec6c6aee0" providerId="LiveId" clId="{6B6AB9F8-70FC-4AA6-8372-4A3B1F7034C4}" dt="2020-08-27T22:55:40.182" v="1440" actId="1076"/>
          <ac:spMkLst>
            <pc:docMk/>
            <pc:sldMk cId="469906470" sldId="2440"/>
            <ac:spMk id="11" creationId="{00000000-0000-0000-0000-000000000000}"/>
          </ac:spMkLst>
        </pc:spChg>
        <pc:spChg chg="mod">
          <ac:chgData name="Joan" userId="3d3d9d5ec6c6aee0" providerId="LiveId" clId="{6B6AB9F8-70FC-4AA6-8372-4A3B1F7034C4}" dt="2020-08-27T22:56:23.677" v="1455" actId="1076"/>
          <ac:spMkLst>
            <pc:docMk/>
            <pc:sldMk cId="469906470" sldId="2440"/>
            <ac:spMk id="102" creationId="{00000000-0000-0000-0000-000000000000}"/>
          </ac:spMkLst>
        </pc:spChg>
        <pc:picChg chg="add mod">
          <ac:chgData name="Joan" userId="3d3d9d5ec6c6aee0" providerId="LiveId" clId="{6B6AB9F8-70FC-4AA6-8372-4A3B1F7034C4}" dt="2020-08-27T22:10:05.015" v="1438" actId="1076"/>
          <ac:picMkLst>
            <pc:docMk/>
            <pc:sldMk cId="469906470" sldId="2440"/>
            <ac:picMk id="3" creationId="{188C54C7-282B-4262-A315-3EAC7C4E716D}"/>
          </ac:picMkLst>
        </pc:picChg>
      </pc:sldChg>
      <pc:sldChg chg="addSp delSp modSp del mod ord">
        <pc:chgData name="Joan" userId="3d3d9d5ec6c6aee0" providerId="LiveId" clId="{6B6AB9F8-70FC-4AA6-8372-4A3B1F7034C4}" dt="2020-08-28T10:02:27.339" v="4406" actId="47"/>
        <pc:sldMkLst>
          <pc:docMk/>
          <pc:sldMk cId="778502105" sldId="2565"/>
        </pc:sldMkLst>
        <pc:spChg chg="mod">
          <ac:chgData name="Joan" userId="3d3d9d5ec6c6aee0" providerId="LiveId" clId="{6B6AB9F8-70FC-4AA6-8372-4A3B1F7034C4}" dt="2020-08-27T22:07:16.047" v="1429" actId="20577"/>
          <ac:spMkLst>
            <pc:docMk/>
            <pc:sldMk cId="778502105" sldId="2565"/>
            <ac:spMk id="5" creationId="{C0A15986-B14A-4E62-B1ED-4BA4134D9FDB}"/>
          </ac:spMkLst>
        </pc:spChg>
        <pc:spChg chg="add del mod">
          <ac:chgData name="Joan" userId="3d3d9d5ec6c6aee0" providerId="LiveId" clId="{6B6AB9F8-70FC-4AA6-8372-4A3B1F7034C4}" dt="2020-08-27T19:07:36.672" v="1269" actId="22"/>
          <ac:spMkLst>
            <pc:docMk/>
            <pc:sldMk cId="778502105" sldId="2565"/>
            <ac:spMk id="23" creationId="{9CCC1C46-FD5B-48DC-9808-E6F20D8336AB}"/>
          </ac:spMkLst>
        </pc:spChg>
      </pc:sldChg>
      <pc:sldChg chg="addSp delSp modSp mod">
        <pc:chgData name="Joan" userId="3d3d9d5ec6c6aee0" providerId="LiveId" clId="{6B6AB9F8-70FC-4AA6-8372-4A3B1F7034C4}" dt="2020-08-28T11:52:49.442" v="6933" actId="20577"/>
        <pc:sldMkLst>
          <pc:docMk/>
          <pc:sldMk cId="3802809846" sldId="2567"/>
        </pc:sldMkLst>
        <pc:spChg chg="add mod">
          <ac:chgData name="Joan" userId="3d3d9d5ec6c6aee0" providerId="LiveId" clId="{6B6AB9F8-70FC-4AA6-8372-4A3B1F7034C4}" dt="2020-08-27T18:59:42.352" v="1190" actId="1076"/>
          <ac:spMkLst>
            <pc:docMk/>
            <pc:sldMk cId="3802809846" sldId="2567"/>
            <ac:spMk id="2" creationId="{3F4A1177-D5ED-474A-BA1A-6818A0ADEC41}"/>
          </ac:spMkLst>
        </pc:spChg>
        <pc:spChg chg="add mod">
          <ac:chgData name="Joan" userId="3d3d9d5ec6c6aee0" providerId="LiveId" clId="{6B6AB9F8-70FC-4AA6-8372-4A3B1F7034C4}" dt="2020-08-27T18:59:42.352" v="1190" actId="1076"/>
          <ac:spMkLst>
            <pc:docMk/>
            <pc:sldMk cId="3802809846" sldId="2567"/>
            <ac:spMk id="3" creationId="{CB398D9E-DAAB-4FD7-9992-334A83755EB5}"/>
          </ac:spMkLst>
        </pc:spChg>
        <pc:spChg chg="add mod">
          <ac:chgData name="Joan" userId="3d3d9d5ec6c6aee0" providerId="LiveId" clId="{6B6AB9F8-70FC-4AA6-8372-4A3B1F7034C4}" dt="2020-08-27T18:59:42.352" v="1190" actId="1076"/>
          <ac:spMkLst>
            <pc:docMk/>
            <pc:sldMk cId="3802809846" sldId="2567"/>
            <ac:spMk id="4" creationId="{6891508C-28E7-4842-B663-B800124D1473}"/>
          </ac:spMkLst>
        </pc:spChg>
        <pc:spChg chg="add mod">
          <ac:chgData name="Joan" userId="3d3d9d5ec6c6aee0" providerId="LiveId" clId="{6B6AB9F8-70FC-4AA6-8372-4A3B1F7034C4}" dt="2020-08-27T18:59:42.352" v="1190" actId="1076"/>
          <ac:spMkLst>
            <pc:docMk/>
            <pc:sldMk cId="3802809846" sldId="2567"/>
            <ac:spMk id="5" creationId="{9C2639E5-EA77-4D20-A22A-CDCECD643C29}"/>
          </ac:spMkLst>
        </pc:spChg>
        <pc:spChg chg="add mod">
          <ac:chgData name="Joan" userId="3d3d9d5ec6c6aee0" providerId="LiveId" clId="{6B6AB9F8-70FC-4AA6-8372-4A3B1F7034C4}" dt="2020-08-27T20:04:01.248" v="1281" actId="478"/>
          <ac:spMkLst>
            <pc:docMk/>
            <pc:sldMk cId="3802809846" sldId="2567"/>
            <ac:spMk id="7" creationId="{25B10037-307A-45F5-BE6B-2FFA95FD0F83}"/>
          </ac:spMkLst>
        </pc:spChg>
        <pc:spChg chg="add mod">
          <ac:chgData name="Joan" userId="3d3d9d5ec6c6aee0" providerId="LiveId" clId="{6B6AB9F8-70FC-4AA6-8372-4A3B1F7034C4}" dt="2020-08-28T10:01:04.021" v="4398" actId="403"/>
          <ac:spMkLst>
            <pc:docMk/>
            <pc:sldMk cId="3802809846" sldId="2567"/>
            <ac:spMk id="8" creationId="{24256692-EA42-4B9C-90D0-E30FAFBD7456}"/>
          </ac:spMkLst>
        </pc:spChg>
        <pc:spChg chg="add del">
          <ac:chgData name="Joan" userId="3d3d9d5ec6c6aee0" providerId="LiveId" clId="{6B6AB9F8-70FC-4AA6-8372-4A3B1F7034C4}" dt="2020-08-27T20:04:48.977" v="1293" actId="22"/>
          <ac:spMkLst>
            <pc:docMk/>
            <pc:sldMk cId="3802809846" sldId="2567"/>
            <ac:spMk id="9" creationId="{38C84FB1-B1A9-4702-AECA-C698223742BB}"/>
          </ac:spMkLst>
        </pc:spChg>
        <pc:spChg chg="mod">
          <ac:chgData name="Joan" userId="3d3d9d5ec6c6aee0" providerId="LiveId" clId="{6B6AB9F8-70FC-4AA6-8372-4A3B1F7034C4}" dt="2020-08-27T20:03:59.872" v="1280" actId="14100"/>
          <ac:spMkLst>
            <pc:docMk/>
            <pc:sldMk cId="3802809846" sldId="2567"/>
            <ac:spMk id="10" creationId="{7E3C9F8A-787A-470D-866B-ECD24D12E355}"/>
          </ac:spMkLst>
        </pc:spChg>
        <pc:spChg chg="mod">
          <ac:chgData name="Joan" userId="3d3d9d5ec6c6aee0" providerId="LiveId" clId="{6B6AB9F8-70FC-4AA6-8372-4A3B1F7034C4}" dt="2020-08-27T18:31:21.036" v="282" actId="20577"/>
          <ac:spMkLst>
            <pc:docMk/>
            <pc:sldMk cId="3802809846" sldId="2567"/>
            <ac:spMk id="11" creationId="{155199D0-1E68-4ED7-ADBA-C44EC9C8821B}"/>
          </ac:spMkLst>
        </pc:spChg>
        <pc:spChg chg="del mod">
          <ac:chgData name="Joan" userId="3d3d9d5ec6c6aee0" providerId="LiveId" clId="{6B6AB9F8-70FC-4AA6-8372-4A3B1F7034C4}" dt="2020-08-27T18:32:25.736" v="310" actId="478"/>
          <ac:spMkLst>
            <pc:docMk/>
            <pc:sldMk cId="3802809846" sldId="2567"/>
            <ac:spMk id="12" creationId="{DA2BF9A7-395E-4759-AF7F-F3D3C35FAB0F}"/>
          </ac:spMkLst>
        </pc:spChg>
        <pc:spChg chg="del">
          <ac:chgData name="Joan" userId="3d3d9d5ec6c6aee0" providerId="LiveId" clId="{6B6AB9F8-70FC-4AA6-8372-4A3B1F7034C4}" dt="2020-08-27T18:35:20.432" v="489" actId="478"/>
          <ac:spMkLst>
            <pc:docMk/>
            <pc:sldMk cId="3802809846" sldId="2567"/>
            <ac:spMk id="13" creationId="{520DF448-2FA1-4417-A972-A84B56C3421E}"/>
          </ac:spMkLst>
        </pc:spChg>
        <pc:spChg chg="del">
          <ac:chgData name="Joan" userId="3d3d9d5ec6c6aee0" providerId="LiveId" clId="{6B6AB9F8-70FC-4AA6-8372-4A3B1F7034C4}" dt="2020-08-27T18:35:18.857" v="488" actId="478"/>
          <ac:spMkLst>
            <pc:docMk/>
            <pc:sldMk cId="3802809846" sldId="2567"/>
            <ac:spMk id="14" creationId="{D97655A7-FA09-400D-8C32-78B51AB578C1}"/>
          </ac:spMkLst>
        </pc:spChg>
        <pc:spChg chg="del mod">
          <ac:chgData name="Joan" userId="3d3d9d5ec6c6aee0" providerId="LiveId" clId="{6B6AB9F8-70FC-4AA6-8372-4A3B1F7034C4}" dt="2020-08-28T10:00:47.985" v="4391" actId="478"/>
          <ac:spMkLst>
            <pc:docMk/>
            <pc:sldMk cId="3802809846" sldId="2567"/>
            <ac:spMk id="15" creationId="{9D9E6DF3-AAC0-454D-AE09-ACD6005824C6}"/>
          </ac:spMkLst>
        </pc:spChg>
        <pc:spChg chg="mod">
          <ac:chgData name="Joan" userId="3d3d9d5ec6c6aee0" providerId="LiveId" clId="{6B6AB9F8-70FC-4AA6-8372-4A3B1F7034C4}" dt="2020-08-28T11:52:49.442" v="6933" actId="20577"/>
          <ac:spMkLst>
            <pc:docMk/>
            <pc:sldMk cId="3802809846" sldId="2567"/>
            <ac:spMk id="16" creationId="{8448627A-0D6D-4D43-80A4-55BE1A765F7F}"/>
          </ac:spMkLst>
        </pc:spChg>
        <pc:spChg chg="add mod">
          <ac:chgData name="Joan" userId="3d3d9d5ec6c6aee0" providerId="LiveId" clId="{6B6AB9F8-70FC-4AA6-8372-4A3B1F7034C4}" dt="2020-08-28T10:01:08.800" v="4401" actId="403"/>
          <ac:spMkLst>
            <pc:docMk/>
            <pc:sldMk cId="3802809846" sldId="2567"/>
            <ac:spMk id="27" creationId="{AC3C61AB-70FA-422B-A514-BE8E80EB7F50}"/>
          </ac:spMkLst>
        </pc:spChg>
        <pc:picChg chg="del">
          <ac:chgData name="Joan" userId="3d3d9d5ec6c6aee0" providerId="LiveId" clId="{6B6AB9F8-70FC-4AA6-8372-4A3B1F7034C4}" dt="2020-08-27T20:04:01.248" v="1281" actId="478"/>
          <ac:picMkLst>
            <pc:docMk/>
            <pc:sldMk cId="3802809846" sldId="2567"/>
            <ac:picMk id="19" creationId="{85C5F377-4A54-4177-9FE9-12E28CAAA815}"/>
          </ac:picMkLst>
        </pc:picChg>
        <pc:picChg chg="add mod">
          <ac:chgData name="Joan" userId="3d3d9d5ec6c6aee0" providerId="LiveId" clId="{6B6AB9F8-70FC-4AA6-8372-4A3B1F7034C4}" dt="2020-08-27T20:04:25.471" v="1287" actId="1076"/>
          <ac:picMkLst>
            <pc:docMk/>
            <pc:sldMk cId="3802809846" sldId="2567"/>
            <ac:picMk id="22" creationId="{AA2746A7-A941-4BFA-B307-49DB6B6A9F57}"/>
          </ac:picMkLst>
        </pc:picChg>
        <pc:picChg chg="add del mod">
          <ac:chgData name="Joan" userId="3d3d9d5ec6c6aee0" providerId="LiveId" clId="{6B6AB9F8-70FC-4AA6-8372-4A3B1F7034C4}" dt="2020-08-27T20:04:31.963" v="1289"/>
          <ac:picMkLst>
            <pc:docMk/>
            <pc:sldMk cId="3802809846" sldId="2567"/>
            <ac:picMk id="23" creationId="{7A90E277-A49E-4CDE-BF47-86A69BD049D5}"/>
          </ac:picMkLst>
        </pc:picChg>
      </pc:sldChg>
      <pc:sldChg chg="addSp delSp modSp mod ord">
        <pc:chgData name="Joan" userId="3d3d9d5ec6c6aee0" providerId="LiveId" clId="{6B6AB9F8-70FC-4AA6-8372-4A3B1F7034C4}" dt="2020-08-27T22:08:09.067" v="1432" actId="1076"/>
        <pc:sldMkLst>
          <pc:docMk/>
          <pc:sldMk cId="3154326943" sldId="2568"/>
        </pc:sldMkLst>
        <pc:spChg chg="add del">
          <ac:chgData name="Joan" userId="3d3d9d5ec6c6aee0" providerId="LiveId" clId="{6B6AB9F8-70FC-4AA6-8372-4A3B1F7034C4}" dt="2020-08-27T20:03:05.167" v="1275" actId="22"/>
          <ac:spMkLst>
            <pc:docMk/>
            <pc:sldMk cId="3154326943" sldId="2568"/>
            <ac:spMk id="2" creationId="{6E4FB043-BA51-4FEE-8284-AE4F21BF90CC}"/>
          </ac:spMkLst>
        </pc:spChg>
        <pc:spChg chg="mod">
          <ac:chgData name="Joan" userId="3d3d9d5ec6c6aee0" providerId="LiveId" clId="{6B6AB9F8-70FC-4AA6-8372-4A3B1F7034C4}" dt="2020-08-27T22:08:09.067" v="1432" actId="1076"/>
          <ac:spMkLst>
            <pc:docMk/>
            <pc:sldMk cId="3154326943" sldId="2568"/>
            <ac:spMk id="3" creationId="{17CC6D2B-E5F7-45DF-9686-52C50E582EEC}"/>
          </ac:spMkLst>
        </pc:spChg>
        <pc:spChg chg="del mod">
          <ac:chgData name="Joan" userId="3d3d9d5ec6c6aee0" providerId="LiveId" clId="{6B6AB9F8-70FC-4AA6-8372-4A3B1F7034C4}" dt="2020-08-27T20:10:26.081" v="1383" actId="478"/>
          <ac:spMkLst>
            <pc:docMk/>
            <pc:sldMk cId="3154326943" sldId="2568"/>
            <ac:spMk id="5" creationId="{3D2481E5-1AB6-442E-9586-A72EBD922388}"/>
          </ac:spMkLst>
        </pc:spChg>
        <pc:spChg chg="mod">
          <ac:chgData name="Joan" userId="3d3d9d5ec6c6aee0" providerId="LiveId" clId="{6B6AB9F8-70FC-4AA6-8372-4A3B1F7034C4}" dt="2020-08-27T20:10:31.151" v="1384" actId="1076"/>
          <ac:spMkLst>
            <pc:docMk/>
            <pc:sldMk cId="3154326943" sldId="2568"/>
            <ac:spMk id="7" creationId="{6BB5AD22-DA3F-4569-B983-40664927027E}"/>
          </ac:spMkLst>
        </pc:spChg>
        <pc:spChg chg="del">
          <ac:chgData name="Joan" userId="3d3d9d5ec6c6aee0" providerId="LiveId" clId="{6B6AB9F8-70FC-4AA6-8372-4A3B1F7034C4}" dt="2020-08-27T20:10:22.263" v="1382" actId="478"/>
          <ac:spMkLst>
            <pc:docMk/>
            <pc:sldMk cId="3154326943" sldId="2568"/>
            <ac:spMk id="10" creationId="{C8650E44-EBED-4AC8-B773-E6D633FF18C1}"/>
          </ac:spMkLst>
        </pc:spChg>
      </pc:sldChg>
      <pc:sldChg chg="del">
        <pc:chgData name="Joan" userId="3d3d9d5ec6c6aee0" providerId="LiveId" clId="{6B6AB9F8-70FC-4AA6-8372-4A3B1F7034C4}" dt="2020-08-28T11:00:30.322" v="6351" actId="47"/>
        <pc:sldMkLst>
          <pc:docMk/>
          <pc:sldMk cId="2726092842" sldId="2569"/>
        </pc:sldMkLst>
      </pc:sldChg>
      <pc:sldChg chg="addSp delSp modSp mod ord">
        <pc:chgData name="Joan" userId="3d3d9d5ec6c6aee0" providerId="LiveId" clId="{6B6AB9F8-70FC-4AA6-8372-4A3B1F7034C4}" dt="2020-08-28T11:30:58.587" v="6918" actId="1038"/>
        <pc:sldMkLst>
          <pc:docMk/>
          <pc:sldMk cId="3832287265" sldId="2571"/>
        </pc:sldMkLst>
        <pc:spChg chg="add del mod">
          <ac:chgData name="Joan" userId="3d3d9d5ec6c6aee0" providerId="LiveId" clId="{6B6AB9F8-70FC-4AA6-8372-4A3B1F7034C4}" dt="2020-08-28T09:30:51.665" v="3637" actId="478"/>
          <ac:spMkLst>
            <pc:docMk/>
            <pc:sldMk cId="3832287265" sldId="2571"/>
            <ac:spMk id="3" creationId="{CFC79F87-1B97-421F-9178-47B4E94D073F}"/>
          </ac:spMkLst>
        </pc:spChg>
        <pc:spChg chg="mod ord">
          <ac:chgData name="Joan" userId="3d3d9d5ec6c6aee0" providerId="LiveId" clId="{6B6AB9F8-70FC-4AA6-8372-4A3B1F7034C4}" dt="2020-08-28T11:30:58.587" v="6918" actId="1038"/>
          <ac:spMkLst>
            <pc:docMk/>
            <pc:sldMk cId="3832287265" sldId="2571"/>
            <ac:spMk id="5" creationId="{79F8D7BD-B1FD-461B-9458-E9623D342E66}"/>
          </ac:spMkLst>
        </pc:spChg>
        <pc:spChg chg="mod">
          <ac:chgData name="Joan" userId="3d3d9d5ec6c6aee0" providerId="LiveId" clId="{6B6AB9F8-70FC-4AA6-8372-4A3B1F7034C4}" dt="2020-08-28T09:35:01.275" v="3825" actId="403"/>
          <ac:spMkLst>
            <pc:docMk/>
            <pc:sldMk cId="3832287265" sldId="2571"/>
            <ac:spMk id="6" creationId="{59181307-D8B6-4B2C-B982-7DB1F0B5E9DD}"/>
          </ac:spMkLst>
        </pc:spChg>
        <pc:spChg chg="mod">
          <ac:chgData name="Joan" userId="3d3d9d5ec6c6aee0" providerId="LiveId" clId="{6B6AB9F8-70FC-4AA6-8372-4A3B1F7034C4}" dt="2020-08-28T09:31:44.569" v="3665" actId="1076"/>
          <ac:spMkLst>
            <pc:docMk/>
            <pc:sldMk cId="3832287265" sldId="2571"/>
            <ac:spMk id="7" creationId="{A1B7275C-E67D-4AAB-9273-A82DF45161DE}"/>
          </ac:spMkLst>
        </pc:spChg>
        <pc:spChg chg="add del">
          <ac:chgData name="Joan" userId="3d3d9d5ec6c6aee0" providerId="LiveId" clId="{6B6AB9F8-70FC-4AA6-8372-4A3B1F7034C4}" dt="2020-08-27T18:56:07.343" v="908" actId="22"/>
          <ac:spMkLst>
            <pc:docMk/>
            <pc:sldMk cId="3832287265" sldId="2571"/>
            <ac:spMk id="9" creationId="{0E007094-761F-49D4-B8F8-7F9758C7E483}"/>
          </ac:spMkLst>
        </pc:spChg>
        <pc:spChg chg="add mod">
          <ac:chgData name="Joan" userId="3d3d9d5ec6c6aee0" providerId="LiveId" clId="{6B6AB9F8-70FC-4AA6-8372-4A3B1F7034C4}" dt="2020-08-28T10:09:20.497" v="4618" actId="1076"/>
          <ac:spMkLst>
            <pc:docMk/>
            <pc:sldMk cId="3832287265" sldId="2571"/>
            <ac:spMk id="12" creationId="{E5D65DFD-8250-4CBD-ADCB-63BFE9C497AC}"/>
          </ac:spMkLst>
        </pc:spChg>
        <pc:spChg chg="add del">
          <ac:chgData name="Joan" userId="3d3d9d5ec6c6aee0" providerId="LiveId" clId="{6B6AB9F8-70FC-4AA6-8372-4A3B1F7034C4}" dt="2020-08-28T09:34:01.374" v="3766" actId="22"/>
          <ac:spMkLst>
            <pc:docMk/>
            <pc:sldMk cId="3832287265" sldId="2571"/>
            <ac:spMk id="14" creationId="{D75E5511-35F0-4B26-A215-FDD290DD3EE8}"/>
          </ac:spMkLst>
        </pc:spChg>
        <pc:spChg chg="add mod">
          <ac:chgData name="Joan" userId="3d3d9d5ec6c6aee0" providerId="LiveId" clId="{6B6AB9F8-70FC-4AA6-8372-4A3B1F7034C4}" dt="2020-08-28T10:09:08.081" v="4612" actId="20577"/>
          <ac:spMkLst>
            <pc:docMk/>
            <pc:sldMk cId="3832287265" sldId="2571"/>
            <ac:spMk id="16" creationId="{9B783FC5-48B1-4E5D-BD25-B362C7EBC40A}"/>
          </ac:spMkLst>
        </pc:spChg>
        <pc:picChg chg="del">
          <ac:chgData name="Joan" userId="3d3d9d5ec6c6aee0" providerId="LiveId" clId="{6B6AB9F8-70FC-4AA6-8372-4A3B1F7034C4}" dt="2020-08-28T09:30:48.120" v="3636" actId="478"/>
          <ac:picMkLst>
            <pc:docMk/>
            <pc:sldMk cId="3832287265" sldId="2571"/>
            <ac:picMk id="4" creationId="{D4BDB94E-9478-4C80-9589-37B0A01E2206}"/>
          </ac:picMkLst>
        </pc:picChg>
        <pc:picChg chg="add mod">
          <ac:chgData name="Joan" userId="3d3d9d5ec6c6aee0" providerId="LiveId" clId="{6B6AB9F8-70FC-4AA6-8372-4A3B1F7034C4}" dt="2020-08-28T09:36:06.304" v="3841" actId="14100"/>
          <ac:picMkLst>
            <pc:docMk/>
            <pc:sldMk cId="3832287265" sldId="2571"/>
            <ac:picMk id="10" creationId="{3163A5CB-7328-45F2-A6EB-0C92C9E6B34E}"/>
          </ac:picMkLst>
        </pc:picChg>
        <pc:picChg chg="add mod">
          <ac:chgData name="Joan" userId="3d3d9d5ec6c6aee0" providerId="LiveId" clId="{6B6AB9F8-70FC-4AA6-8372-4A3B1F7034C4}" dt="2020-08-28T09:35:46.481" v="3836" actId="1076"/>
          <ac:picMkLst>
            <pc:docMk/>
            <pc:sldMk cId="3832287265" sldId="2571"/>
            <ac:picMk id="18" creationId="{B3CCE9AB-5DAB-48A2-A204-790889AFE020}"/>
          </ac:picMkLst>
        </pc:picChg>
        <pc:cxnChg chg="mod">
          <ac:chgData name="Joan" userId="3d3d9d5ec6c6aee0" providerId="LiveId" clId="{6B6AB9F8-70FC-4AA6-8372-4A3B1F7034C4}" dt="2020-08-28T09:31:44.569" v="3665" actId="1076"/>
          <ac:cxnSpMkLst>
            <pc:docMk/>
            <pc:sldMk cId="3832287265" sldId="2571"/>
            <ac:cxnSpMk id="8" creationId="{88E3C494-BA26-40B0-9869-3E9985DF4B32}"/>
          </ac:cxnSpMkLst>
        </pc:cxnChg>
      </pc:sldChg>
      <pc:sldChg chg="addSp delSp modSp mod ord">
        <pc:chgData name="Joan" userId="3d3d9d5ec6c6aee0" providerId="LiveId" clId="{6B6AB9F8-70FC-4AA6-8372-4A3B1F7034C4}" dt="2020-08-28T01:52:20.298" v="2256" actId="20577"/>
        <pc:sldMkLst>
          <pc:docMk/>
          <pc:sldMk cId="1643957754" sldId="2572"/>
        </pc:sldMkLst>
        <pc:spChg chg="add del mod">
          <ac:chgData name="Joan" userId="3d3d9d5ec6c6aee0" providerId="LiveId" clId="{6B6AB9F8-70FC-4AA6-8372-4A3B1F7034C4}" dt="2020-08-27T18:52:57.379" v="904" actId="20577"/>
          <ac:spMkLst>
            <pc:docMk/>
            <pc:sldMk cId="1643957754" sldId="2572"/>
            <ac:spMk id="5" creationId="{0780F369-BBD5-4FF4-A64F-250A84D6E990}"/>
          </ac:spMkLst>
        </pc:spChg>
        <pc:spChg chg="mod">
          <ac:chgData name="Joan" userId="3d3d9d5ec6c6aee0" providerId="LiveId" clId="{6B6AB9F8-70FC-4AA6-8372-4A3B1F7034C4}" dt="2020-08-28T01:52:20.298" v="2256" actId="20577"/>
          <ac:spMkLst>
            <pc:docMk/>
            <pc:sldMk cId="1643957754" sldId="2572"/>
            <ac:spMk id="6" creationId="{8AC4344B-58E2-4019-964A-9D6B9AAEC71C}"/>
          </ac:spMkLst>
        </pc:spChg>
      </pc:sldChg>
      <pc:sldChg chg="ord">
        <pc:chgData name="Joan" userId="3d3d9d5ec6c6aee0" providerId="LiveId" clId="{6B6AB9F8-70FC-4AA6-8372-4A3B1F7034C4}" dt="2020-08-27T23:22:48.276" v="1579"/>
        <pc:sldMkLst>
          <pc:docMk/>
          <pc:sldMk cId="2784004984" sldId="2573"/>
        </pc:sldMkLst>
      </pc:sldChg>
      <pc:sldChg chg="addSp delSp modSp mod ord">
        <pc:chgData name="Joan" userId="3d3d9d5ec6c6aee0" providerId="LiveId" clId="{6B6AB9F8-70FC-4AA6-8372-4A3B1F7034C4}" dt="2020-08-28T09:35:54.442" v="3840"/>
        <pc:sldMkLst>
          <pc:docMk/>
          <pc:sldMk cId="467980760" sldId="2575"/>
        </pc:sldMkLst>
        <pc:spChg chg="add del mod">
          <ac:chgData name="Joan" userId="3d3d9d5ec6c6aee0" providerId="LiveId" clId="{6B6AB9F8-70FC-4AA6-8372-4A3B1F7034C4}" dt="2020-08-28T08:11:39.821" v="3164" actId="478"/>
          <ac:spMkLst>
            <pc:docMk/>
            <pc:sldMk cId="467980760" sldId="2575"/>
            <ac:spMk id="6" creationId="{F89B1B2D-C3D3-45F8-B2A4-C5563B428E3A}"/>
          </ac:spMkLst>
        </pc:spChg>
        <pc:spChg chg="add mod">
          <ac:chgData name="Joan" userId="3d3d9d5ec6c6aee0" providerId="LiveId" clId="{6B6AB9F8-70FC-4AA6-8372-4A3B1F7034C4}" dt="2020-08-28T08:42:51.406" v="3453" actId="1035"/>
          <ac:spMkLst>
            <pc:docMk/>
            <pc:sldMk cId="467980760" sldId="2575"/>
            <ac:spMk id="8" creationId="{F3611472-6A99-4F26-A955-8AE2178B8A28}"/>
          </ac:spMkLst>
        </pc:spChg>
        <pc:spChg chg="add del">
          <ac:chgData name="Joan" userId="3d3d9d5ec6c6aee0" providerId="LiveId" clId="{6B6AB9F8-70FC-4AA6-8372-4A3B1F7034C4}" dt="2020-08-28T08:13:09.217" v="3225" actId="22"/>
          <ac:spMkLst>
            <pc:docMk/>
            <pc:sldMk cId="467980760" sldId="2575"/>
            <ac:spMk id="9" creationId="{DF0B8C9C-8618-447A-9DDF-1573E616CB17}"/>
          </ac:spMkLst>
        </pc:spChg>
        <pc:spChg chg="add mod">
          <ac:chgData name="Joan" userId="3d3d9d5ec6c6aee0" providerId="LiveId" clId="{6B6AB9F8-70FC-4AA6-8372-4A3B1F7034C4}" dt="2020-08-28T08:42:51.406" v="3453" actId="1035"/>
          <ac:spMkLst>
            <pc:docMk/>
            <pc:sldMk cId="467980760" sldId="2575"/>
            <ac:spMk id="10" creationId="{4181136F-4843-4CF1-B976-9F4A2BA40F5B}"/>
          </ac:spMkLst>
        </pc:spChg>
        <pc:spChg chg="add del mod">
          <ac:chgData name="Joan" userId="3d3d9d5ec6c6aee0" providerId="LiveId" clId="{6B6AB9F8-70FC-4AA6-8372-4A3B1F7034C4}" dt="2020-08-28T08:42:57.488" v="3454" actId="478"/>
          <ac:spMkLst>
            <pc:docMk/>
            <pc:sldMk cId="467980760" sldId="2575"/>
            <ac:spMk id="11" creationId="{C8C00076-89C3-4435-AB36-9C7364525FFA}"/>
          </ac:spMkLst>
        </pc:spChg>
        <pc:spChg chg="mod">
          <ac:chgData name="Joan" userId="3d3d9d5ec6c6aee0" providerId="LiveId" clId="{6B6AB9F8-70FC-4AA6-8372-4A3B1F7034C4}" dt="2020-08-28T08:05:29.461" v="3111" actId="20577"/>
          <ac:spMkLst>
            <pc:docMk/>
            <pc:sldMk cId="467980760" sldId="2575"/>
            <ac:spMk id="18" creationId="{23E3D3D4-F6D2-41F8-BBD1-DB82F1330C7B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0" creationId="{C25DA83F-5905-46B2-9CAB-03984B8F26A8}"/>
          </ac:spMkLst>
        </pc:spChg>
        <pc:spChg chg="add del mod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1" creationId="{DA9EA710-B5BE-4FB1-B19F-9E73710F70EB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2" creationId="{B92CB908-A9B2-4AD0-8CBF-92301B0EEA8C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3" creationId="{A3F288C3-68A8-40AE-B163-1E592E5A44CA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4" creationId="{16B16A98-B940-4D7C-9DB4-932A1113AB50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5" creationId="{6837DBC6-AD5A-464B-A680-8452175D191F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6" creationId="{67A28101-FBBA-4A88-947E-BC19E436B5A2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7" creationId="{4EE949EF-BCE8-4905-9343-0D800740ADC4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8" creationId="{6E0290A3-70B3-49EB-A3BC-1C9394512630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29" creationId="{74C92253-4B99-4097-B643-E2254C819408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0" creationId="{6F1D2BC4-5979-4098-B343-62C5AF918F34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1" creationId="{021A8A36-95B9-4BEB-86F1-A19AE95DD152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2" creationId="{AD1FEF14-E255-4B93-B4C1-98F366E32632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3" creationId="{7F382AE1-04FF-4963-8992-791DEF27DEEC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4" creationId="{B44CF13C-1CF3-4299-B0AD-BE0CEAF5A28B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6" creationId="{60EFDFA8-BE27-474C-8BA2-4AC6148AF22D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7" creationId="{7A3765A5-D98B-4C5C-BCB5-152798CF9DF7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8" creationId="{AE43B1A4-9854-465C-AAD2-42F6897090E8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39" creationId="{85A92C93-4A5A-43FE-8A9F-743CC93E4507}"/>
          </ac:spMkLst>
        </pc:spChg>
        <pc:spChg chg="add del">
          <ac:chgData name="Joan" userId="3d3d9d5ec6c6aee0" providerId="LiveId" clId="{6B6AB9F8-70FC-4AA6-8372-4A3B1F7034C4}" dt="2020-08-28T07:58:39.113" v="3074" actId="478"/>
          <ac:spMkLst>
            <pc:docMk/>
            <pc:sldMk cId="467980760" sldId="2575"/>
            <ac:spMk id="40" creationId="{B2478BB4-89F2-433C-B1DA-E47109E7F09E}"/>
          </ac:spMkLst>
        </pc:spChg>
        <pc:picChg chg="add del mod">
          <ac:chgData name="Joan" userId="3d3d9d5ec6c6aee0" providerId="LiveId" clId="{6B6AB9F8-70FC-4AA6-8372-4A3B1F7034C4}" dt="2020-08-28T08:02:28.978" v="3082" actId="478"/>
          <ac:picMkLst>
            <pc:docMk/>
            <pc:sldMk cId="467980760" sldId="2575"/>
            <ac:picMk id="3" creationId="{4AFC7908-6026-43B6-A75B-42B3B3A24FF2}"/>
          </ac:picMkLst>
        </pc:picChg>
        <pc:picChg chg="add del mod">
          <ac:chgData name="Joan" userId="3d3d9d5ec6c6aee0" providerId="LiveId" clId="{6B6AB9F8-70FC-4AA6-8372-4A3B1F7034C4}" dt="2020-08-28T08:02:39.717" v="3087" actId="478"/>
          <ac:picMkLst>
            <pc:docMk/>
            <pc:sldMk cId="467980760" sldId="2575"/>
            <ac:picMk id="4" creationId="{E05CF74E-9840-4998-8259-CCF4220044A4}"/>
          </ac:picMkLst>
        </pc:picChg>
        <pc:picChg chg="add del mod">
          <ac:chgData name="Joan" userId="3d3d9d5ec6c6aee0" providerId="LiveId" clId="{6B6AB9F8-70FC-4AA6-8372-4A3B1F7034C4}" dt="2020-08-28T08:11:11.606" v="3159" actId="478"/>
          <ac:picMkLst>
            <pc:docMk/>
            <pc:sldMk cId="467980760" sldId="2575"/>
            <ac:picMk id="5" creationId="{A872E531-B5F9-4762-8FDA-58CE8E9A0C3C}"/>
          </ac:picMkLst>
        </pc:picChg>
        <pc:picChg chg="add mod">
          <ac:chgData name="Joan" userId="3d3d9d5ec6c6aee0" providerId="LiveId" clId="{6B6AB9F8-70FC-4AA6-8372-4A3B1F7034C4}" dt="2020-08-28T08:42:51.406" v="3453" actId="1035"/>
          <ac:picMkLst>
            <pc:docMk/>
            <pc:sldMk cId="467980760" sldId="2575"/>
            <ac:picMk id="7" creationId="{07183EC3-D4FA-4528-8C61-8F044DF2BD96}"/>
          </ac:picMkLst>
        </pc:picChg>
        <pc:cxnChg chg="add del">
          <ac:chgData name="Joan" userId="3d3d9d5ec6c6aee0" providerId="LiveId" clId="{6B6AB9F8-70FC-4AA6-8372-4A3B1F7034C4}" dt="2020-08-28T07:58:39.113" v="3074" actId="478"/>
          <ac:cxnSpMkLst>
            <pc:docMk/>
            <pc:sldMk cId="467980760" sldId="2575"/>
            <ac:cxnSpMk id="14" creationId="{EC2DFE35-0B4B-42F0-ABE0-5B3246F30684}"/>
          </ac:cxnSpMkLst>
        </pc:cxnChg>
        <pc:cxnChg chg="add del">
          <ac:chgData name="Joan" userId="3d3d9d5ec6c6aee0" providerId="LiveId" clId="{6B6AB9F8-70FC-4AA6-8372-4A3B1F7034C4}" dt="2020-08-28T07:58:39.113" v="3074" actId="478"/>
          <ac:cxnSpMkLst>
            <pc:docMk/>
            <pc:sldMk cId="467980760" sldId="2575"/>
            <ac:cxnSpMk id="15" creationId="{2D507D9C-48E7-4B46-B5D6-5338F06D9D3C}"/>
          </ac:cxnSpMkLst>
        </pc:cxnChg>
        <pc:cxnChg chg="add del">
          <ac:chgData name="Joan" userId="3d3d9d5ec6c6aee0" providerId="LiveId" clId="{6B6AB9F8-70FC-4AA6-8372-4A3B1F7034C4}" dt="2020-08-28T07:58:39.113" v="3074" actId="478"/>
          <ac:cxnSpMkLst>
            <pc:docMk/>
            <pc:sldMk cId="467980760" sldId="2575"/>
            <ac:cxnSpMk id="16" creationId="{01758D6D-9721-4B42-8934-71B067920F4E}"/>
          </ac:cxnSpMkLst>
        </pc:cxnChg>
        <pc:cxnChg chg="add del">
          <ac:chgData name="Joan" userId="3d3d9d5ec6c6aee0" providerId="LiveId" clId="{6B6AB9F8-70FC-4AA6-8372-4A3B1F7034C4}" dt="2020-08-28T07:58:39.113" v="3074" actId="478"/>
          <ac:cxnSpMkLst>
            <pc:docMk/>
            <pc:sldMk cId="467980760" sldId="2575"/>
            <ac:cxnSpMk id="17" creationId="{D18AA2F3-E738-4820-AD02-265942B78047}"/>
          </ac:cxnSpMkLst>
        </pc:cxnChg>
        <pc:cxnChg chg="add del">
          <ac:chgData name="Joan" userId="3d3d9d5ec6c6aee0" providerId="LiveId" clId="{6B6AB9F8-70FC-4AA6-8372-4A3B1F7034C4}" dt="2020-08-28T07:58:33.475" v="3073" actId="478"/>
          <ac:cxnSpMkLst>
            <pc:docMk/>
            <pc:sldMk cId="467980760" sldId="2575"/>
            <ac:cxnSpMk id="19" creationId="{28B08902-1E82-45A9-AE7B-01C9023B6917}"/>
          </ac:cxnSpMkLst>
        </pc:cxnChg>
      </pc:sldChg>
      <pc:sldChg chg="del">
        <pc:chgData name="Joan" userId="3d3d9d5ec6c6aee0" providerId="LiveId" clId="{6B6AB9F8-70FC-4AA6-8372-4A3B1F7034C4}" dt="2020-08-28T11:00:33.683" v="6353" actId="47"/>
        <pc:sldMkLst>
          <pc:docMk/>
          <pc:sldMk cId="3100573523" sldId="2577"/>
        </pc:sldMkLst>
      </pc:sldChg>
      <pc:sldChg chg="addSp delSp modSp add del mod ord">
        <pc:chgData name="Joan" userId="3d3d9d5ec6c6aee0" providerId="LiveId" clId="{6B6AB9F8-70FC-4AA6-8372-4A3B1F7034C4}" dt="2020-08-28T11:51:15.935" v="6921" actId="20577"/>
        <pc:sldMkLst>
          <pc:docMk/>
          <pc:sldMk cId="1340591711" sldId="2579"/>
        </pc:sldMkLst>
        <pc:spChg chg="add del mod">
          <ac:chgData name="Joan" userId="3d3d9d5ec6c6aee0" providerId="LiveId" clId="{6B6AB9F8-70FC-4AA6-8372-4A3B1F7034C4}" dt="2020-08-28T11:15:27.977" v="6743" actId="478"/>
          <ac:spMkLst>
            <pc:docMk/>
            <pc:sldMk cId="1340591711" sldId="2579"/>
            <ac:spMk id="2" creationId="{91B2C8DC-FF33-4B37-A26F-9E564EC09EBC}"/>
          </ac:spMkLst>
        </pc:spChg>
        <pc:spChg chg="add del mod">
          <ac:chgData name="Joan" userId="3d3d9d5ec6c6aee0" providerId="LiveId" clId="{6B6AB9F8-70FC-4AA6-8372-4A3B1F7034C4}" dt="2020-08-28T11:13:23.723" v="6676" actId="931"/>
          <ac:spMkLst>
            <pc:docMk/>
            <pc:sldMk cId="1340591711" sldId="2579"/>
            <ac:spMk id="4" creationId="{5DBED558-4178-4019-88BA-1A42F69CA7BF}"/>
          </ac:spMkLst>
        </pc:spChg>
        <pc:spChg chg="add mod">
          <ac:chgData name="Joan" userId="3d3d9d5ec6c6aee0" providerId="LiveId" clId="{6B6AB9F8-70FC-4AA6-8372-4A3B1F7034C4}" dt="2020-08-28T11:15:29.545" v="6747" actId="1076"/>
          <ac:spMkLst>
            <pc:docMk/>
            <pc:sldMk cId="1340591711" sldId="2579"/>
            <ac:spMk id="7" creationId="{C222ABB2-2234-4CC6-A940-D0E392EBB5D1}"/>
          </ac:spMkLst>
        </pc:spChg>
        <pc:spChg chg="add del mod">
          <ac:chgData name="Joan" userId="3d3d9d5ec6c6aee0" providerId="LiveId" clId="{6B6AB9F8-70FC-4AA6-8372-4A3B1F7034C4}" dt="2020-08-28T11:15:27.818" v="6742" actId="478"/>
          <ac:spMkLst>
            <pc:docMk/>
            <pc:sldMk cId="1340591711" sldId="2579"/>
            <ac:spMk id="8" creationId="{B5A88F19-AD95-4293-8744-6781CA60B79D}"/>
          </ac:spMkLst>
        </pc:spChg>
        <pc:spChg chg="add del mod">
          <ac:chgData name="Joan" userId="3d3d9d5ec6c6aee0" providerId="LiveId" clId="{6B6AB9F8-70FC-4AA6-8372-4A3B1F7034C4}" dt="2020-08-28T11:51:15.935" v="6921" actId="20577"/>
          <ac:spMkLst>
            <pc:docMk/>
            <pc:sldMk cId="1340591711" sldId="2579"/>
            <ac:spMk id="9" creationId="{1947CA20-5CFD-4F7F-B706-30009F2AE660}"/>
          </ac:spMkLst>
        </pc:spChg>
        <pc:spChg chg="add del mod">
          <ac:chgData name="Joan" userId="3d3d9d5ec6c6aee0" providerId="LiveId" clId="{6B6AB9F8-70FC-4AA6-8372-4A3B1F7034C4}" dt="2020-08-28T11:15:27.818" v="6742" actId="478"/>
          <ac:spMkLst>
            <pc:docMk/>
            <pc:sldMk cId="1340591711" sldId="2579"/>
            <ac:spMk id="11" creationId="{19FDF589-73A4-46C9-9FCA-D462F4C0FE79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19" creationId="{437A9A1C-79D9-4550-B3EF-72F1AC2507A8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0" creationId="{E16344E8-9B78-4EDA-ABAB-82C43DE77A69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1" creationId="{37A1EE57-9117-4B7B-9CB4-72F9D8031908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2" creationId="{D1BB52E2-1407-432F-B0BC-A110979E2AA1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4" creationId="{8CF4DCC6-BC1D-40B9-BB07-6C73BEF0A280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5" creationId="{8AC4AE50-4689-43E2-8A07-C785FB1D965C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7" creationId="{E620CAAC-1570-41B2-AF96-32B800B5B43A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8" creationId="{1D0EA351-1A82-4858-9AA0-4D0090F1DCC7}"/>
          </ac:spMkLst>
        </pc:spChg>
        <pc:spChg chg="del">
          <ac:chgData name="Joan" userId="3d3d9d5ec6c6aee0" providerId="LiveId" clId="{6B6AB9F8-70FC-4AA6-8372-4A3B1F7034C4}" dt="2020-08-28T11:14:22.166" v="6717" actId="478"/>
          <ac:spMkLst>
            <pc:docMk/>
            <pc:sldMk cId="1340591711" sldId="2579"/>
            <ac:spMk id="29" creationId="{B1CD5E56-56B8-40AC-8C48-0CF8923DEC95}"/>
          </ac:spMkLst>
        </pc:spChg>
        <pc:picChg chg="add mod">
          <ac:chgData name="Joan" userId="3d3d9d5ec6c6aee0" providerId="LiveId" clId="{6B6AB9F8-70FC-4AA6-8372-4A3B1F7034C4}" dt="2020-08-28T11:15:29.204" v="6746" actId="1076"/>
          <ac:picMkLst>
            <pc:docMk/>
            <pc:sldMk cId="1340591711" sldId="2579"/>
            <ac:picMk id="6" creationId="{DA52233F-DACC-4C88-A7FF-27594748572D}"/>
          </ac:picMkLst>
        </pc:picChg>
        <pc:picChg chg="del">
          <ac:chgData name="Joan" userId="3d3d9d5ec6c6aee0" providerId="LiveId" clId="{6B6AB9F8-70FC-4AA6-8372-4A3B1F7034C4}" dt="2020-08-28T11:13:16.192" v="6675" actId="478"/>
          <ac:picMkLst>
            <pc:docMk/>
            <pc:sldMk cId="1340591711" sldId="2579"/>
            <ac:picMk id="32" creationId="{13AAB5F6-B504-4707-A1E2-FFD810194F94}"/>
          </ac:picMkLst>
        </pc:picChg>
        <pc:cxnChg chg="del">
          <ac:chgData name="Joan" userId="3d3d9d5ec6c6aee0" providerId="LiveId" clId="{6B6AB9F8-70FC-4AA6-8372-4A3B1F7034C4}" dt="2020-08-28T11:14:22.166" v="6717" actId="478"/>
          <ac:cxnSpMkLst>
            <pc:docMk/>
            <pc:sldMk cId="1340591711" sldId="2579"/>
            <ac:cxnSpMk id="23" creationId="{4A0EABCE-09C1-4847-971D-B68126FD7594}"/>
          </ac:cxnSpMkLst>
        </pc:cxnChg>
        <pc:cxnChg chg="del">
          <ac:chgData name="Joan" userId="3d3d9d5ec6c6aee0" providerId="LiveId" clId="{6B6AB9F8-70FC-4AA6-8372-4A3B1F7034C4}" dt="2020-08-28T11:14:22.166" v="6717" actId="478"/>
          <ac:cxnSpMkLst>
            <pc:docMk/>
            <pc:sldMk cId="1340591711" sldId="2579"/>
            <ac:cxnSpMk id="26" creationId="{AA62F3C0-2B86-4566-AADE-F2342BFD14CF}"/>
          </ac:cxnSpMkLst>
        </pc:cxnChg>
      </pc:sldChg>
      <pc:sldChg chg="del">
        <pc:chgData name="Joan" userId="3d3d9d5ec6c6aee0" providerId="LiveId" clId="{6B6AB9F8-70FC-4AA6-8372-4A3B1F7034C4}" dt="2020-08-28T11:00:34.416" v="6354" actId="47"/>
        <pc:sldMkLst>
          <pc:docMk/>
          <pc:sldMk cId="2195713352" sldId="2580"/>
        </pc:sldMkLst>
      </pc:sldChg>
      <pc:sldChg chg="addSp delSp modSp mod ord">
        <pc:chgData name="Joan" userId="3d3d9d5ec6c6aee0" providerId="LiveId" clId="{6B6AB9F8-70FC-4AA6-8372-4A3B1F7034C4}" dt="2020-08-30T18:14:53.437" v="7043" actId="1076"/>
        <pc:sldMkLst>
          <pc:docMk/>
          <pc:sldMk cId="2292256334" sldId="2582"/>
        </pc:sldMkLst>
        <pc:spChg chg="add del mod">
          <ac:chgData name="Joan" userId="3d3d9d5ec6c6aee0" providerId="LiveId" clId="{6B6AB9F8-70FC-4AA6-8372-4A3B1F7034C4}" dt="2020-08-28T09:42:38.636" v="3957" actId="478"/>
          <ac:spMkLst>
            <pc:docMk/>
            <pc:sldMk cId="2292256334" sldId="2582"/>
            <ac:spMk id="3" creationId="{6DD7BFE0-CBFD-4FB7-9B9A-AC76D354A0B8}"/>
          </ac:spMkLst>
        </pc:spChg>
        <pc:spChg chg="add del mod">
          <ac:chgData name="Joan" userId="3d3d9d5ec6c6aee0" providerId="LiveId" clId="{6B6AB9F8-70FC-4AA6-8372-4A3B1F7034C4}" dt="2020-08-28T11:05:19.911" v="6628" actId="931"/>
          <ac:spMkLst>
            <pc:docMk/>
            <pc:sldMk cId="2292256334" sldId="2582"/>
            <ac:spMk id="7" creationId="{00134217-D070-4416-A231-6675E2889418}"/>
          </ac:spMkLst>
        </pc:spChg>
        <pc:spChg chg="mod">
          <ac:chgData name="Joan" userId="3d3d9d5ec6c6aee0" providerId="LiveId" clId="{6B6AB9F8-70FC-4AA6-8372-4A3B1F7034C4}" dt="2020-08-28T11:52:57.560" v="6945" actId="20577"/>
          <ac:spMkLst>
            <pc:docMk/>
            <pc:sldMk cId="2292256334" sldId="2582"/>
            <ac:spMk id="10" creationId="{13D0A2A5-CF9A-4F29-9850-5A469D33A55C}"/>
          </ac:spMkLst>
        </pc:spChg>
        <pc:spChg chg="add del mod">
          <ac:chgData name="Joan" userId="3d3d9d5ec6c6aee0" providerId="LiveId" clId="{6B6AB9F8-70FC-4AA6-8372-4A3B1F7034C4}" dt="2020-08-28T11:07:58.349" v="6646" actId="931"/>
          <ac:spMkLst>
            <pc:docMk/>
            <pc:sldMk cId="2292256334" sldId="2582"/>
            <ac:spMk id="13" creationId="{312C6097-FD70-4EC3-9CB8-AAB5544072F7}"/>
          </ac:spMkLst>
        </pc:spChg>
        <pc:spChg chg="mod">
          <ac:chgData name="Joan" userId="3d3d9d5ec6c6aee0" providerId="LiveId" clId="{6B6AB9F8-70FC-4AA6-8372-4A3B1F7034C4}" dt="2020-08-30T18:14:48.582" v="7042" actId="1076"/>
          <ac:spMkLst>
            <pc:docMk/>
            <pc:sldMk cId="2292256334" sldId="2582"/>
            <ac:spMk id="20" creationId="{E5E1AFD2-64C8-4FBC-B8E6-831CCBFE775F}"/>
          </ac:spMkLst>
        </pc:spChg>
        <pc:spChg chg="mod">
          <ac:chgData name="Joan" userId="3d3d9d5ec6c6aee0" providerId="LiveId" clId="{6B6AB9F8-70FC-4AA6-8372-4A3B1F7034C4}" dt="2020-08-30T18:14:53.437" v="7043" actId="1076"/>
          <ac:spMkLst>
            <pc:docMk/>
            <pc:sldMk cId="2292256334" sldId="2582"/>
            <ac:spMk id="21" creationId="{CC330C90-F229-4923-925B-D96C535580AF}"/>
          </ac:spMkLst>
        </pc:spChg>
        <pc:spChg chg="mod">
          <ac:chgData name="Joan" userId="3d3d9d5ec6c6aee0" providerId="LiveId" clId="{6B6AB9F8-70FC-4AA6-8372-4A3B1F7034C4}" dt="2020-08-30T18:13:06.529" v="7006" actId="1076"/>
          <ac:spMkLst>
            <pc:docMk/>
            <pc:sldMk cId="2292256334" sldId="2582"/>
            <ac:spMk id="22" creationId="{F6ACF01A-4C5D-4F5F-8BF3-9133FA3AC8A1}"/>
          </ac:spMkLst>
        </pc:spChg>
        <pc:spChg chg="mod">
          <ac:chgData name="Joan" userId="3d3d9d5ec6c6aee0" providerId="LiveId" clId="{6B6AB9F8-70FC-4AA6-8372-4A3B1F7034C4}" dt="2020-08-30T18:13:16.063" v="7007" actId="1076"/>
          <ac:spMkLst>
            <pc:docMk/>
            <pc:sldMk cId="2292256334" sldId="2582"/>
            <ac:spMk id="23" creationId="{4E69DCC3-3D68-4F29-A840-4AB17117B813}"/>
          </ac:spMkLst>
        </pc:spChg>
        <pc:spChg chg="mod">
          <ac:chgData name="Joan" userId="3d3d9d5ec6c6aee0" providerId="LiveId" clId="{6B6AB9F8-70FC-4AA6-8372-4A3B1F7034C4}" dt="2020-08-30T18:13:59.297" v="7013" actId="1076"/>
          <ac:spMkLst>
            <pc:docMk/>
            <pc:sldMk cId="2292256334" sldId="2582"/>
            <ac:spMk id="24" creationId="{A26C0DB3-2B84-407B-B10A-6DD5F281E897}"/>
          </ac:spMkLst>
        </pc:spChg>
        <pc:spChg chg="mod">
          <ac:chgData name="Joan" userId="3d3d9d5ec6c6aee0" providerId="LiveId" clId="{6B6AB9F8-70FC-4AA6-8372-4A3B1F7034C4}" dt="2020-08-30T18:13:23.173" v="7008" actId="1076"/>
          <ac:spMkLst>
            <pc:docMk/>
            <pc:sldMk cId="2292256334" sldId="2582"/>
            <ac:spMk id="25" creationId="{CDF837BD-DD7D-45E0-A8E4-03341DD745E1}"/>
          </ac:spMkLst>
        </pc:spChg>
        <pc:spChg chg="mod">
          <ac:chgData name="Joan" userId="3d3d9d5ec6c6aee0" providerId="LiveId" clId="{6B6AB9F8-70FC-4AA6-8372-4A3B1F7034C4}" dt="2020-08-30T18:14:41.236" v="7041" actId="1038"/>
          <ac:spMkLst>
            <pc:docMk/>
            <pc:sldMk cId="2292256334" sldId="2582"/>
            <ac:spMk id="26" creationId="{57914D27-E996-4271-AB54-4B6F68091953}"/>
          </ac:spMkLst>
        </pc:spChg>
        <pc:spChg chg="add del mod">
          <ac:chgData name="Joan" userId="3d3d9d5ec6c6aee0" providerId="LiveId" clId="{6B6AB9F8-70FC-4AA6-8372-4A3B1F7034C4}" dt="2020-08-30T18:14:36.345" v="7031" actId="1038"/>
          <ac:spMkLst>
            <pc:docMk/>
            <pc:sldMk cId="2292256334" sldId="2582"/>
            <ac:spMk id="27" creationId="{1D11ED8C-25BE-4867-A272-7B9F66E03FFA}"/>
          </ac:spMkLst>
        </pc:spChg>
        <pc:picChg chg="add del mod">
          <ac:chgData name="Joan" userId="3d3d9d5ec6c6aee0" providerId="LiveId" clId="{6B6AB9F8-70FC-4AA6-8372-4A3B1F7034C4}" dt="2020-08-28T09:42:37.884" v="3956" actId="931"/>
          <ac:picMkLst>
            <pc:docMk/>
            <pc:sldMk cId="2292256334" sldId="2582"/>
            <ac:picMk id="5" creationId="{749E7806-9283-4038-828E-11BB29EFC98E}"/>
          </ac:picMkLst>
        </pc:picChg>
        <pc:picChg chg="add mod">
          <ac:chgData name="Joan" userId="3d3d9d5ec6c6aee0" providerId="LiveId" clId="{6B6AB9F8-70FC-4AA6-8372-4A3B1F7034C4}" dt="2020-08-28T11:05:21.501" v="6629" actId="27614"/>
          <ac:picMkLst>
            <pc:docMk/>
            <pc:sldMk cId="2292256334" sldId="2582"/>
            <ac:picMk id="9" creationId="{450CBE82-0922-4ED9-91B1-D7B213C3A771}"/>
          </ac:picMkLst>
        </pc:picChg>
        <pc:picChg chg="add del mod">
          <ac:chgData name="Joan" userId="3d3d9d5ec6c6aee0" providerId="LiveId" clId="{6B6AB9F8-70FC-4AA6-8372-4A3B1F7034C4}" dt="2020-08-28T11:07:58.349" v="6646" actId="931"/>
          <ac:picMkLst>
            <pc:docMk/>
            <pc:sldMk cId="2292256334" sldId="2582"/>
            <ac:picMk id="15" creationId="{ABAF5B52-B15A-4D61-A59F-74C1B2AE2B7E}"/>
          </ac:picMkLst>
        </pc:picChg>
        <pc:picChg chg="add del">
          <ac:chgData name="Joan" userId="3d3d9d5ec6c6aee0" providerId="LiveId" clId="{6B6AB9F8-70FC-4AA6-8372-4A3B1F7034C4}" dt="2020-08-28T09:42:38.636" v="3957" actId="478"/>
          <ac:picMkLst>
            <pc:docMk/>
            <pc:sldMk cId="2292256334" sldId="2582"/>
            <ac:picMk id="41" creationId="{63ED1E35-93F3-4446-87A0-97826CC0D762}"/>
          </ac:picMkLst>
        </pc:picChg>
        <pc:picChg chg="del">
          <ac:chgData name="Joan" userId="3d3d9d5ec6c6aee0" providerId="LiveId" clId="{6B6AB9F8-70FC-4AA6-8372-4A3B1F7034C4}" dt="2020-08-28T11:05:12.163" v="6627" actId="478"/>
          <ac:picMkLst>
            <pc:docMk/>
            <pc:sldMk cId="2292256334" sldId="2582"/>
            <ac:picMk id="59" creationId="{32512444-5470-4B4D-8F27-4366A61681C1}"/>
          </ac:picMkLst>
        </pc:picChg>
        <pc:picChg chg="del mod">
          <ac:chgData name="Joan" userId="3d3d9d5ec6c6aee0" providerId="LiveId" clId="{6B6AB9F8-70FC-4AA6-8372-4A3B1F7034C4}" dt="2020-08-28T11:05:26.586" v="6630" actId="478"/>
          <ac:picMkLst>
            <pc:docMk/>
            <pc:sldMk cId="2292256334" sldId="2582"/>
            <ac:picMk id="67" creationId="{69BF9369-8C15-445D-8907-7E506F311859}"/>
          </ac:picMkLst>
        </pc:picChg>
      </pc:sldChg>
      <pc:sldChg chg="delSp modSp add del mod ord">
        <pc:chgData name="Joan" userId="3d3d9d5ec6c6aee0" providerId="LiveId" clId="{6B6AB9F8-70FC-4AA6-8372-4A3B1F7034C4}" dt="2020-08-28T11:07:58.717" v="6648" actId="47"/>
        <pc:sldMkLst>
          <pc:docMk/>
          <pc:sldMk cId="2386943603" sldId="2583"/>
        </pc:sldMkLst>
        <pc:spChg chg="del mod">
          <ac:chgData name="Joan" userId="3d3d9d5ec6c6aee0" providerId="LiveId" clId="{6B6AB9F8-70FC-4AA6-8372-4A3B1F7034C4}" dt="2020-08-28T09:05:28.075" v="3508"/>
          <ac:spMkLst>
            <pc:docMk/>
            <pc:sldMk cId="2386943603" sldId="2583"/>
            <ac:spMk id="8" creationId="{9D7A192A-2979-44E3-BE3A-8D6483A8CD0B}"/>
          </ac:spMkLst>
        </pc:spChg>
      </pc:sldChg>
      <pc:sldChg chg="del">
        <pc:chgData name="Joan" userId="3d3d9d5ec6c6aee0" providerId="LiveId" clId="{6B6AB9F8-70FC-4AA6-8372-4A3B1F7034C4}" dt="2020-08-28T11:00:36.449" v="6355" actId="47"/>
        <pc:sldMkLst>
          <pc:docMk/>
          <pc:sldMk cId="2249802517" sldId="2584"/>
        </pc:sldMkLst>
      </pc:sldChg>
      <pc:sldChg chg="del">
        <pc:chgData name="Joan" userId="3d3d9d5ec6c6aee0" providerId="LiveId" clId="{6B6AB9F8-70FC-4AA6-8372-4A3B1F7034C4}" dt="2020-08-28T11:00:39.728" v="6357" actId="47"/>
        <pc:sldMkLst>
          <pc:docMk/>
          <pc:sldMk cId="613408305" sldId="2585"/>
        </pc:sldMkLst>
      </pc:sldChg>
      <pc:sldChg chg="modSp del mod ord">
        <pc:chgData name="Joan" userId="3d3d9d5ec6c6aee0" providerId="LiveId" clId="{6B6AB9F8-70FC-4AA6-8372-4A3B1F7034C4}" dt="2020-08-28T11:00:25.856" v="6349" actId="47"/>
        <pc:sldMkLst>
          <pc:docMk/>
          <pc:sldMk cId="3417605883" sldId="2588"/>
        </pc:sldMkLst>
        <pc:spChg chg="mod">
          <ac:chgData name="Joan" userId="3d3d9d5ec6c6aee0" providerId="LiveId" clId="{6B6AB9F8-70FC-4AA6-8372-4A3B1F7034C4}" dt="2020-08-28T09:58:14.183" v="4389" actId="20577"/>
          <ac:spMkLst>
            <pc:docMk/>
            <pc:sldMk cId="3417605883" sldId="2588"/>
            <ac:spMk id="17" creationId="{451A3EA3-1314-4F49-8814-3805E25D98FD}"/>
          </ac:spMkLst>
        </pc:spChg>
        <pc:spChg chg="mod">
          <ac:chgData name="Joan" userId="3d3d9d5ec6c6aee0" providerId="LiveId" clId="{6B6AB9F8-70FC-4AA6-8372-4A3B1F7034C4}" dt="2020-08-28T09:57:39.793" v="4358" actId="20577"/>
          <ac:spMkLst>
            <pc:docMk/>
            <pc:sldMk cId="3417605883" sldId="2588"/>
            <ac:spMk id="32" creationId="{7765C414-D377-448A-9930-BC88E2814C01}"/>
          </ac:spMkLst>
        </pc:spChg>
      </pc:sldChg>
      <pc:sldChg chg="del">
        <pc:chgData name="Joan" userId="3d3d9d5ec6c6aee0" providerId="LiveId" clId="{6B6AB9F8-70FC-4AA6-8372-4A3B1F7034C4}" dt="2020-08-28T11:00:38.290" v="6356" actId="47"/>
        <pc:sldMkLst>
          <pc:docMk/>
          <pc:sldMk cId="3650331774" sldId="2589"/>
        </pc:sldMkLst>
      </pc:sldChg>
      <pc:sldChg chg="del">
        <pc:chgData name="Joan" userId="3d3d9d5ec6c6aee0" providerId="LiveId" clId="{6B6AB9F8-70FC-4AA6-8372-4A3B1F7034C4}" dt="2020-08-28T11:00:46.105" v="6358" actId="47"/>
        <pc:sldMkLst>
          <pc:docMk/>
          <pc:sldMk cId="4287434922" sldId="2590"/>
        </pc:sldMkLst>
      </pc:sldChg>
      <pc:sldChg chg="ord">
        <pc:chgData name="Joan" userId="3d3d9d5ec6c6aee0" providerId="LiveId" clId="{6B6AB9F8-70FC-4AA6-8372-4A3B1F7034C4}" dt="2020-08-27T23:29:56.891" v="1581"/>
        <pc:sldMkLst>
          <pc:docMk/>
          <pc:sldMk cId="1515733663" sldId="2591"/>
        </pc:sldMkLst>
      </pc:sldChg>
      <pc:sldChg chg="addSp delSp modSp add mod ord">
        <pc:chgData name="Joan" userId="3d3d9d5ec6c6aee0" providerId="LiveId" clId="{6B6AB9F8-70FC-4AA6-8372-4A3B1F7034C4}" dt="2020-08-28T09:02:01.100" v="3461" actId="6549"/>
        <pc:sldMkLst>
          <pc:docMk/>
          <pc:sldMk cId="4279850405" sldId="2592"/>
        </pc:sldMkLst>
        <pc:spChg chg="mod">
          <ac:chgData name="Joan" userId="3d3d9d5ec6c6aee0" providerId="LiveId" clId="{6B6AB9F8-70FC-4AA6-8372-4A3B1F7034C4}" dt="2020-08-27T21:48:24.118" v="1398" actId="20577"/>
          <ac:spMkLst>
            <pc:docMk/>
            <pc:sldMk cId="4279850405" sldId="2592"/>
            <ac:spMk id="2" creationId="{CD98190A-D0BC-4256-B7C9-424C2C3EE196}"/>
          </ac:spMkLst>
        </pc:spChg>
        <pc:spChg chg="add mod">
          <ac:chgData name="Joan" userId="3d3d9d5ec6c6aee0" providerId="LiveId" clId="{6B6AB9F8-70FC-4AA6-8372-4A3B1F7034C4}" dt="2020-08-28T09:02:01.100" v="3461" actId="6549"/>
          <ac:spMkLst>
            <pc:docMk/>
            <pc:sldMk cId="4279850405" sldId="2592"/>
            <ac:spMk id="3" creationId="{D60BD108-E145-470C-8600-E3DE87ABF80F}"/>
          </ac:spMkLst>
        </pc:spChg>
        <pc:spChg chg="add del mod">
          <ac:chgData name="Joan" userId="3d3d9d5ec6c6aee0" providerId="LiveId" clId="{6B6AB9F8-70FC-4AA6-8372-4A3B1F7034C4}" dt="2020-08-27T23:02:35.291" v="1510" actId="931"/>
          <ac:spMkLst>
            <pc:docMk/>
            <pc:sldMk cId="4279850405" sldId="2592"/>
            <ac:spMk id="8" creationId="{AEBE2414-A045-4CC7-83FC-A0679841D80E}"/>
          </ac:spMkLst>
        </pc:spChg>
        <pc:spChg chg="add del mod">
          <ac:chgData name="Joan" userId="3d3d9d5ec6c6aee0" providerId="LiveId" clId="{6B6AB9F8-70FC-4AA6-8372-4A3B1F7034C4}" dt="2020-08-27T23:02:54.470" v="1517" actId="478"/>
          <ac:spMkLst>
            <pc:docMk/>
            <pc:sldMk cId="4279850405" sldId="2592"/>
            <ac:spMk id="12" creationId="{F852DF61-0D28-4C64-8B3C-303683E6B768}"/>
          </ac:spMkLst>
        </pc:spChg>
        <pc:spChg chg="add del mod">
          <ac:chgData name="Joan" userId="3d3d9d5ec6c6aee0" providerId="LiveId" clId="{6B6AB9F8-70FC-4AA6-8372-4A3B1F7034C4}" dt="2020-08-27T23:08:55.455" v="1523" actId="931"/>
          <ac:spMkLst>
            <pc:docMk/>
            <pc:sldMk cId="4279850405" sldId="2592"/>
            <ac:spMk id="14" creationId="{62D3FC46-CE4D-4F9E-BEBB-A2A99B0492B8}"/>
          </ac:spMkLst>
        </pc:spChg>
        <pc:spChg chg="add del mod">
          <ac:chgData name="Joan" userId="3d3d9d5ec6c6aee0" providerId="LiveId" clId="{6B6AB9F8-70FC-4AA6-8372-4A3B1F7034C4}" dt="2020-08-27T23:12:11.366" v="1536" actId="478"/>
          <ac:spMkLst>
            <pc:docMk/>
            <pc:sldMk cId="4279850405" sldId="2592"/>
            <ac:spMk id="19" creationId="{6F194E16-B71F-4C4A-A5D0-0A46DBFBB5FB}"/>
          </ac:spMkLst>
        </pc:spChg>
        <pc:spChg chg="add del mod">
          <ac:chgData name="Joan" userId="3d3d9d5ec6c6aee0" providerId="LiveId" clId="{6B6AB9F8-70FC-4AA6-8372-4A3B1F7034C4}" dt="2020-08-27T23:12:18.555" v="1538" actId="931"/>
          <ac:spMkLst>
            <pc:docMk/>
            <pc:sldMk cId="4279850405" sldId="2592"/>
            <ac:spMk id="21" creationId="{E5A2EE05-CB75-49C8-AAFB-2C433B2722C9}"/>
          </ac:spMkLst>
        </pc:spChg>
        <pc:spChg chg="add del mod">
          <ac:chgData name="Joan" userId="3d3d9d5ec6c6aee0" providerId="LiveId" clId="{6B6AB9F8-70FC-4AA6-8372-4A3B1F7034C4}" dt="2020-08-27T23:13:47.051" v="1541" actId="931"/>
          <ac:spMkLst>
            <pc:docMk/>
            <pc:sldMk cId="4279850405" sldId="2592"/>
            <ac:spMk id="25" creationId="{60285212-5A73-49ED-8CC4-EDD452453157}"/>
          </ac:spMkLst>
        </pc:spChg>
        <pc:spChg chg="del">
          <ac:chgData name="Joan" userId="3d3d9d5ec6c6aee0" providerId="LiveId" clId="{6B6AB9F8-70FC-4AA6-8372-4A3B1F7034C4}" dt="2020-08-27T18:57:35.094" v="1040" actId="478"/>
          <ac:spMkLst>
            <pc:docMk/>
            <pc:sldMk cId="4279850405" sldId="2592"/>
            <ac:spMk id="36" creationId="{3ACA7188-44E5-4F07-A73D-6B73E4751E12}"/>
          </ac:spMkLst>
        </pc:spChg>
        <pc:spChg chg="mod">
          <ac:chgData name="Joan" userId="3d3d9d5ec6c6aee0" providerId="LiveId" clId="{6B6AB9F8-70FC-4AA6-8372-4A3B1F7034C4}" dt="2020-08-28T08:19:02.112" v="3237" actId="1076"/>
          <ac:spMkLst>
            <pc:docMk/>
            <pc:sldMk cId="4279850405" sldId="2592"/>
            <ac:spMk id="37" creationId="{EC3615E0-8CDB-4D67-9452-29BE14CA49A3}"/>
          </ac:spMkLst>
        </pc:spChg>
        <pc:spChg chg="mod">
          <ac:chgData name="Joan" userId="3d3d9d5ec6c6aee0" providerId="LiveId" clId="{6B6AB9F8-70FC-4AA6-8372-4A3B1F7034C4}" dt="2020-08-28T01:51:50.358" v="2255" actId="1036"/>
          <ac:spMkLst>
            <pc:docMk/>
            <pc:sldMk cId="4279850405" sldId="2592"/>
            <ac:spMk id="38" creationId="{3E8BD924-F738-4BF3-99EB-639C896E353A}"/>
          </ac:spMkLst>
        </pc:spChg>
        <pc:spChg chg="mod">
          <ac:chgData name="Joan" userId="3d3d9d5ec6c6aee0" providerId="LiveId" clId="{6B6AB9F8-70FC-4AA6-8372-4A3B1F7034C4}" dt="2020-08-28T08:19:11.093" v="3238" actId="1076"/>
          <ac:spMkLst>
            <pc:docMk/>
            <pc:sldMk cId="4279850405" sldId="2592"/>
            <ac:spMk id="39" creationId="{93E5F5B8-D483-4578-84AF-0180E547357D}"/>
          </ac:spMkLst>
        </pc:spChg>
        <pc:spChg chg="del">
          <ac:chgData name="Joan" userId="3d3d9d5ec6c6aee0" providerId="LiveId" clId="{6B6AB9F8-70FC-4AA6-8372-4A3B1F7034C4}" dt="2020-08-27T18:57:35.094" v="1040" actId="478"/>
          <ac:spMkLst>
            <pc:docMk/>
            <pc:sldMk cId="4279850405" sldId="2592"/>
            <ac:spMk id="40" creationId="{21A0380B-1240-4DA8-BC81-5B644DCFAA5F}"/>
          </ac:spMkLst>
        </pc:spChg>
        <pc:spChg chg="mod">
          <ac:chgData name="Joan" userId="3d3d9d5ec6c6aee0" providerId="LiveId" clId="{6B6AB9F8-70FC-4AA6-8372-4A3B1F7034C4}" dt="2020-08-28T01:51:50.358" v="2255" actId="1036"/>
          <ac:spMkLst>
            <pc:docMk/>
            <pc:sldMk cId="4279850405" sldId="2592"/>
            <ac:spMk id="41" creationId="{D0C4EED4-35EB-4337-97EB-FFA7C19091DE}"/>
          </ac:spMkLst>
        </pc:spChg>
        <pc:spChg chg="mod">
          <ac:chgData name="Joan" userId="3d3d9d5ec6c6aee0" providerId="LiveId" clId="{6B6AB9F8-70FC-4AA6-8372-4A3B1F7034C4}" dt="2020-08-28T01:51:50.358" v="2255" actId="1036"/>
          <ac:spMkLst>
            <pc:docMk/>
            <pc:sldMk cId="4279850405" sldId="2592"/>
            <ac:spMk id="42" creationId="{1968AA1C-E270-4BDF-AAAD-D61F5F90FF77}"/>
          </ac:spMkLst>
        </pc:spChg>
        <pc:spChg chg="mod">
          <ac:chgData name="Joan" userId="3d3d9d5ec6c6aee0" providerId="LiveId" clId="{6B6AB9F8-70FC-4AA6-8372-4A3B1F7034C4}" dt="2020-08-28T01:51:50.358" v="2255" actId="1036"/>
          <ac:spMkLst>
            <pc:docMk/>
            <pc:sldMk cId="4279850405" sldId="2592"/>
            <ac:spMk id="43" creationId="{7B4C26F3-5303-482B-8C5D-3CEFBBF653B0}"/>
          </ac:spMkLst>
        </pc:spChg>
        <pc:spChg chg="add mod">
          <ac:chgData name="Joan" userId="3d3d9d5ec6c6aee0" providerId="LiveId" clId="{6B6AB9F8-70FC-4AA6-8372-4A3B1F7034C4}" dt="2020-08-28T01:51:37.252" v="2244" actId="1076"/>
          <ac:spMkLst>
            <pc:docMk/>
            <pc:sldMk cId="4279850405" sldId="2592"/>
            <ac:spMk id="44" creationId="{273F93A0-C204-44F7-92DC-7E57FBA56B72}"/>
          </ac:spMkLst>
        </pc:spChg>
        <pc:picChg chg="add mod">
          <ac:chgData name="Joan" userId="3d3d9d5ec6c6aee0" providerId="LiveId" clId="{6B6AB9F8-70FC-4AA6-8372-4A3B1F7034C4}" dt="2020-08-27T23:03:03.433" v="1520" actId="1076"/>
          <ac:picMkLst>
            <pc:docMk/>
            <pc:sldMk cId="4279850405" sldId="2592"/>
            <ac:picMk id="6" creationId="{67FE6EAF-8AF5-4C7E-8306-FCD523014A3A}"/>
          </ac:picMkLst>
        </pc:picChg>
        <pc:picChg chg="add mod">
          <ac:chgData name="Joan" userId="3d3d9d5ec6c6aee0" providerId="LiveId" clId="{6B6AB9F8-70FC-4AA6-8372-4A3B1F7034C4}" dt="2020-08-27T23:03:00.262" v="1518" actId="1076"/>
          <ac:picMkLst>
            <pc:docMk/>
            <pc:sldMk cId="4279850405" sldId="2592"/>
            <ac:picMk id="10" creationId="{5E0D315C-08B2-4671-93B1-6F427EEDD40D}"/>
          </ac:picMkLst>
        </pc:picChg>
        <pc:picChg chg="add mod">
          <ac:chgData name="Joan" userId="3d3d9d5ec6c6aee0" providerId="LiveId" clId="{6B6AB9F8-70FC-4AA6-8372-4A3B1F7034C4}" dt="2020-08-27T23:08:56.953" v="1525" actId="962"/>
          <ac:picMkLst>
            <pc:docMk/>
            <pc:sldMk cId="4279850405" sldId="2592"/>
            <ac:picMk id="16" creationId="{969E9650-F76D-4A5F-B5DB-B387C3FCE4A1}"/>
          </ac:picMkLst>
        </pc:picChg>
        <pc:picChg chg="add mod">
          <ac:chgData name="Joan" userId="3d3d9d5ec6c6aee0" providerId="LiveId" clId="{6B6AB9F8-70FC-4AA6-8372-4A3B1F7034C4}" dt="2020-08-27T23:12:20.053" v="1539" actId="27614"/>
          <ac:picMkLst>
            <pc:docMk/>
            <pc:sldMk cId="4279850405" sldId="2592"/>
            <ac:picMk id="23" creationId="{60711C59-BE85-43DE-9C75-DCCC5323936D}"/>
          </ac:picMkLst>
        </pc:picChg>
        <pc:picChg chg="add mod">
          <ac:chgData name="Joan" userId="3d3d9d5ec6c6aee0" providerId="LiveId" clId="{6B6AB9F8-70FC-4AA6-8372-4A3B1F7034C4}" dt="2020-08-27T23:13:54.369" v="1546" actId="14100"/>
          <ac:picMkLst>
            <pc:docMk/>
            <pc:sldMk cId="4279850405" sldId="2592"/>
            <ac:picMk id="27" creationId="{77CF0B50-ED91-4897-9983-010AFAFB833A}"/>
          </ac:picMkLst>
        </pc:picChg>
        <pc:picChg chg="del mod">
          <ac:chgData name="Joan" userId="3d3d9d5ec6c6aee0" providerId="LiveId" clId="{6B6AB9F8-70FC-4AA6-8372-4A3B1F7034C4}" dt="2020-08-27T23:12:12.825" v="1537" actId="478"/>
          <ac:picMkLst>
            <pc:docMk/>
            <pc:sldMk cId="4279850405" sldId="2592"/>
            <ac:picMk id="29" creationId="{D2B02F26-44AA-4FD7-99F2-9DE9CC4B8F6B}"/>
          </ac:picMkLst>
        </pc:picChg>
        <pc:picChg chg="del mod">
          <ac:chgData name="Joan" userId="3d3d9d5ec6c6aee0" providerId="LiveId" clId="{6B6AB9F8-70FC-4AA6-8372-4A3B1F7034C4}" dt="2020-08-27T23:08:45.629" v="1522" actId="478"/>
          <ac:picMkLst>
            <pc:docMk/>
            <pc:sldMk cId="4279850405" sldId="2592"/>
            <ac:picMk id="31" creationId="{6A3A0A1F-A1E6-49DC-B269-6BA8401D0CBC}"/>
          </ac:picMkLst>
        </pc:picChg>
        <pc:picChg chg="del mod">
          <ac:chgData name="Joan" userId="3d3d9d5ec6c6aee0" providerId="LiveId" clId="{6B6AB9F8-70FC-4AA6-8372-4A3B1F7034C4}" dt="2020-08-27T23:00:36.635" v="1509" actId="478"/>
          <ac:picMkLst>
            <pc:docMk/>
            <pc:sldMk cId="4279850405" sldId="2592"/>
            <ac:picMk id="33" creationId="{E491EDB6-CC29-4DF9-B07E-723ABBD1991C}"/>
          </ac:picMkLst>
        </pc:picChg>
        <pc:picChg chg="del mod">
          <ac:chgData name="Joan" userId="3d3d9d5ec6c6aee0" providerId="LiveId" clId="{6B6AB9F8-70FC-4AA6-8372-4A3B1F7034C4}" dt="2020-08-27T23:02:52.041" v="1516" actId="478"/>
          <ac:picMkLst>
            <pc:docMk/>
            <pc:sldMk cId="4279850405" sldId="2592"/>
            <ac:picMk id="35" creationId="{387771BB-46B9-452E-9401-D7A837E2BB00}"/>
          </ac:picMkLst>
        </pc:picChg>
        <pc:picChg chg="add del">
          <ac:chgData name="Joan" userId="3d3d9d5ec6c6aee0" providerId="LiveId" clId="{6B6AB9F8-70FC-4AA6-8372-4A3B1F7034C4}" dt="2020-08-27T23:13:41.281" v="1540" actId="478"/>
          <ac:picMkLst>
            <pc:docMk/>
            <pc:sldMk cId="4279850405" sldId="2592"/>
            <ac:picMk id="47" creationId="{C05CC88D-E8ED-49AD-A8F1-CDCBB4EB0E74}"/>
          </ac:picMkLst>
        </pc:picChg>
      </pc:sldChg>
      <pc:sldChg chg="addSp modSp add del mod">
        <pc:chgData name="Joan" userId="3d3d9d5ec6c6aee0" providerId="LiveId" clId="{6B6AB9F8-70FC-4AA6-8372-4A3B1F7034C4}" dt="2020-08-27T20:05:02.182" v="1295" actId="47"/>
        <pc:sldMkLst>
          <pc:docMk/>
          <pc:sldMk cId="2890670833" sldId="2593"/>
        </pc:sldMkLst>
        <pc:spChg chg="add mod">
          <ac:chgData name="Joan" userId="3d3d9d5ec6c6aee0" providerId="LiveId" clId="{6B6AB9F8-70FC-4AA6-8372-4A3B1F7034C4}" dt="2020-08-27T20:04:06.878" v="1282" actId="14100"/>
          <ac:spMkLst>
            <pc:docMk/>
            <pc:sldMk cId="2890670833" sldId="2593"/>
            <ac:spMk id="2" creationId="{7997E4EC-448B-4D6B-A2BC-57A88A2C0A29}"/>
          </ac:spMkLst>
        </pc:spChg>
        <pc:spChg chg="add">
          <ac:chgData name="Joan" userId="3d3d9d5ec6c6aee0" providerId="LiveId" clId="{6B6AB9F8-70FC-4AA6-8372-4A3B1F7034C4}" dt="2020-08-27T20:03:48.490" v="1279" actId="22"/>
          <ac:spMkLst>
            <pc:docMk/>
            <pc:sldMk cId="2890670833" sldId="2593"/>
            <ac:spMk id="3" creationId="{07A77FFC-38E4-485B-9564-E0FA177589FB}"/>
          </ac:spMkLst>
        </pc:spChg>
      </pc:sldChg>
      <pc:sldChg chg="add del">
        <pc:chgData name="Joan" userId="3d3d9d5ec6c6aee0" providerId="LiveId" clId="{6B6AB9F8-70FC-4AA6-8372-4A3B1F7034C4}" dt="2020-08-27T21:48:56.305" v="1400" actId="47"/>
        <pc:sldMkLst>
          <pc:docMk/>
          <pc:sldMk cId="4041783835" sldId="2593"/>
        </pc:sldMkLst>
      </pc:sldChg>
      <pc:sldChg chg="addSp delSp modSp add del mod ord">
        <pc:chgData name="Joan" userId="3d3d9d5ec6c6aee0" providerId="LiveId" clId="{6B6AB9F8-70FC-4AA6-8372-4A3B1F7034C4}" dt="2020-08-28T11:22:40.450" v="6801" actId="1076"/>
        <pc:sldMkLst>
          <pc:docMk/>
          <pc:sldMk cId="809521037" sldId="3307"/>
        </pc:sldMkLst>
        <pc:spChg chg="add del mod">
          <ac:chgData name="Joan" userId="3d3d9d5ec6c6aee0" providerId="LiveId" clId="{6B6AB9F8-70FC-4AA6-8372-4A3B1F7034C4}" dt="2020-08-28T02:44:56.653" v="3062" actId="478"/>
          <ac:spMkLst>
            <pc:docMk/>
            <pc:sldMk cId="809521037" sldId="3307"/>
            <ac:spMk id="2" creationId="{1CB05171-13B2-45D6-A7E9-38F08167EC8A}"/>
          </ac:spMkLst>
        </pc:spChg>
        <pc:spChg chg="del">
          <ac:chgData name="Joan" userId="3d3d9d5ec6c6aee0" providerId="LiveId" clId="{6B6AB9F8-70FC-4AA6-8372-4A3B1F7034C4}" dt="2020-08-28T00:20:17.313" v="1601" actId="478"/>
          <ac:spMkLst>
            <pc:docMk/>
            <pc:sldMk cId="809521037" sldId="3307"/>
            <ac:spMk id="3" creationId="{10E041FF-DC5F-904C-99F1-6CFCC3463924}"/>
          </ac:spMkLst>
        </pc:spChg>
        <pc:spChg chg="del">
          <ac:chgData name="Joan" userId="3d3d9d5ec6c6aee0" providerId="LiveId" clId="{6B6AB9F8-70FC-4AA6-8372-4A3B1F7034C4}" dt="2020-08-28T00:20:17.313" v="1601" actId="478"/>
          <ac:spMkLst>
            <pc:docMk/>
            <pc:sldMk cId="809521037" sldId="3307"/>
            <ac:spMk id="4" creationId="{16D25A6B-FA46-C940-82C0-02740B004AF4}"/>
          </ac:spMkLst>
        </pc:spChg>
        <pc:spChg chg="del mod">
          <ac:chgData name="Joan" userId="3d3d9d5ec6c6aee0" providerId="LiveId" clId="{6B6AB9F8-70FC-4AA6-8372-4A3B1F7034C4}" dt="2020-08-28T00:30:21.649" v="1745" actId="478"/>
          <ac:spMkLst>
            <pc:docMk/>
            <pc:sldMk cId="809521037" sldId="3307"/>
            <ac:spMk id="5" creationId="{C4CA4FEE-E5D5-524E-936A-B47369E8A0D1}"/>
          </ac:spMkLst>
        </pc:spChg>
        <pc:spChg chg="del">
          <ac:chgData name="Joan" userId="3d3d9d5ec6c6aee0" providerId="LiveId" clId="{6B6AB9F8-70FC-4AA6-8372-4A3B1F7034C4}" dt="2020-08-28T00:30:26.704" v="1747" actId="478"/>
          <ac:spMkLst>
            <pc:docMk/>
            <pc:sldMk cId="809521037" sldId="3307"/>
            <ac:spMk id="6" creationId="{53FA1DAA-DBC9-AC42-AA65-9025E9CC8065}"/>
          </ac:spMkLst>
        </pc:spChg>
        <pc:spChg chg="del">
          <ac:chgData name="Joan" userId="3d3d9d5ec6c6aee0" providerId="LiveId" clId="{6B6AB9F8-70FC-4AA6-8372-4A3B1F7034C4}" dt="2020-08-28T00:30:24.169" v="1746" actId="478"/>
          <ac:spMkLst>
            <pc:docMk/>
            <pc:sldMk cId="809521037" sldId="3307"/>
            <ac:spMk id="7" creationId="{4D717747-AF80-F94A-9A71-4BFA05A03EC5}"/>
          </ac:spMkLst>
        </pc:spChg>
        <pc:spChg chg="del mod topLvl">
          <ac:chgData name="Joan" userId="3d3d9d5ec6c6aee0" providerId="LiveId" clId="{6B6AB9F8-70FC-4AA6-8372-4A3B1F7034C4}" dt="2020-08-28T00:38:31.843" v="1813" actId="478"/>
          <ac:spMkLst>
            <pc:docMk/>
            <pc:sldMk cId="809521037" sldId="3307"/>
            <ac:spMk id="8" creationId="{6DF043F9-F775-E348-8E34-71EBF6027EA5}"/>
          </ac:spMkLst>
        </pc:spChg>
        <pc:spChg chg="del mod">
          <ac:chgData name="Joan" userId="3d3d9d5ec6c6aee0" providerId="LiveId" clId="{6B6AB9F8-70FC-4AA6-8372-4A3B1F7034C4}" dt="2020-08-28T00:30:47.286" v="1754" actId="478"/>
          <ac:spMkLst>
            <pc:docMk/>
            <pc:sldMk cId="809521037" sldId="3307"/>
            <ac:spMk id="9" creationId="{98E749B0-E593-7B46-A063-2748EC771B9E}"/>
          </ac:spMkLst>
        </pc:spChg>
        <pc:spChg chg="del mod">
          <ac:chgData name="Joan" userId="3d3d9d5ec6c6aee0" providerId="LiveId" clId="{6B6AB9F8-70FC-4AA6-8372-4A3B1F7034C4}" dt="2020-08-28T00:29:31.276" v="1733" actId="478"/>
          <ac:spMkLst>
            <pc:docMk/>
            <pc:sldMk cId="809521037" sldId="3307"/>
            <ac:spMk id="10" creationId="{5CB1AF56-158B-9D43-8EAA-7246BF0338D4}"/>
          </ac:spMkLst>
        </pc:spChg>
        <pc:spChg chg="del mod topLvl">
          <ac:chgData name="Joan" userId="3d3d9d5ec6c6aee0" providerId="LiveId" clId="{6B6AB9F8-70FC-4AA6-8372-4A3B1F7034C4}" dt="2020-08-28T00:40:46.516" v="1819" actId="478"/>
          <ac:spMkLst>
            <pc:docMk/>
            <pc:sldMk cId="809521037" sldId="3307"/>
            <ac:spMk id="11" creationId="{030CF170-082A-274A-A2DE-8761CB035517}"/>
          </ac:spMkLst>
        </pc:spChg>
        <pc:spChg chg="del mod topLvl">
          <ac:chgData name="Joan" userId="3d3d9d5ec6c6aee0" providerId="LiveId" clId="{6B6AB9F8-70FC-4AA6-8372-4A3B1F7034C4}" dt="2020-08-28T00:43:17.402" v="1821" actId="478"/>
          <ac:spMkLst>
            <pc:docMk/>
            <pc:sldMk cId="809521037" sldId="3307"/>
            <ac:spMk id="12" creationId="{726D2C9A-E1A0-6A4F-96E1-FC071EC3BE34}"/>
          </ac:spMkLst>
        </pc:spChg>
        <pc:spChg chg="del mod topLvl">
          <ac:chgData name="Joan" userId="3d3d9d5ec6c6aee0" providerId="LiveId" clId="{6B6AB9F8-70FC-4AA6-8372-4A3B1F7034C4}" dt="2020-08-28T00:40:13.963" v="1815" actId="478"/>
          <ac:spMkLst>
            <pc:docMk/>
            <pc:sldMk cId="809521037" sldId="3307"/>
            <ac:spMk id="13" creationId="{0BE0A585-0BFA-D948-89D2-94DE5743DFDF}"/>
          </ac:spMkLst>
        </pc:spChg>
        <pc:spChg chg="del mod ord topLvl">
          <ac:chgData name="Joan" userId="3d3d9d5ec6c6aee0" providerId="LiveId" clId="{6B6AB9F8-70FC-4AA6-8372-4A3B1F7034C4}" dt="2020-08-28T02:44:46.382" v="3059" actId="478"/>
          <ac:spMkLst>
            <pc:docMk/>
            <pc:sldMk cId="809521037" sldId="3307"/>
            <ac:spMk id="14" creationId="{84927CE9-CBAD-D745-8C02-B334BC7DB601}"/>
          </ac:spMkLst>
        </pc:spChg>
        <pc:spChg chg="del mod topLvl">
          <ac:chgData name="Joan" userId="3d3d9d5ec6c6aee0" providerId="LiveId" clId="{6B6AB9F8-70FC-4AA6-8372-4A3B1F7034C4}" dt="2020-08-28T00:40:42.364" v="1818" actId="478"/>
          <ac:spMkLst>
            <pc:docMk/>
            <pc:sldMk cId="809521037" sldId="3307"/>
            <ac:spMk id="15" creationId="{69DDBA9C-A780-BA4A-8E6B-F426C77AEA20}"/>
          </ac:spMkLst>
        </pc:spChg>
        <pc:spChg chg="del mod topLvl">
          <ac:chgData name="Joan" userId="3d3d9d5ec6c6aee0" providerId="LiveId" clId="{6B6AB9F8-70FC-4AA6-8372-4A3B1F7034C4}" dt="2020-08-28T02:11:04.050" v="2274" actId="478"/>
          <ac:spMkLst>
            <pc:docMk/>
            <pc:sldMk cId="809521037" sldId="3307"/>
            <ac:spMk id="16" creationId="{CF00C76F-572E-174C-ADCC-6876D8F1AF19}"/>
          </ac:spMkLst>
        </pc:spChg>
        <pc:spChg chg="add del mod">
          <ac:chgData name="Joan" userId="3d3d9d5ec6c6aee0" providerId="LiveId" clId="{6B6AB9F8-70FC-4AA6-8372-4A3B1F7034C4}" dt="2020-08-28T09:01:47.088" v="3460" actId="478"/>
          <ac:spMkLst>
            <pc:docMk/>
            <pc:sldMk cId="809521037" sldId="3307"/>
            <ac:spMk id="17" creationId="{32E2DD2B-B6FC-4974-B4C5-562E6D3C72A3}"/>
          </ac:spMkLst>
        </pc:spChg>
        <pc:spChg chg="add del mod">
          <ac:chgData name="Joan" userId="3d3d9d5ec6c6aee0" providerId="LiveId" clId="{6B6AB9F8-70FC-4AA6-8372-4A3B1F7034C4}" dt="2020-08-28T00:43:12.952" v="1820" actId="478"/>
          <ac:spMkLst>
            <pc:docMk/>
            <pc:sldMk cId="809521037" sldId="3307"/>
            <ac:spMk id="18" creationId="{ED819623-ED21-40EA-8E9E-06103D8AF208}"/>
          </ac:spMkLst>
        </pc:spChg>
        <pc:spChg chg="add mod">
          <ac:chgData name="Joan" userId="3d3d9d5ec6c6aee0" providerId="LiveId" clId="{6B6AB9F8-70FC-4AA6-8372-4A3B1F7034C4}" dt="2020-08-28T02:44:25.338" v="3052" actId="1076"/>
          <ac:spMkLst>
            <pc:docMk/>
            <pc:sldMk cId="809521037" sldId="3307"/>
            <ac:spMk id="19" creationId="{221E1900-785B-4A95-B501-DA7DA430652D}"/>
          </ac:spMkLst>
        </pc:spChg>
        <pc:spChg chg="add del">
          <ac:chgData name="Joan" userId="3d3d9d5ec6c6aee0" providerId="LiveId" clId="{6B6AB9F8-70FC-4AA6-8372-4A3B1F7034C4}" dt="2020-08-28T00:29:39.075" v="1735" actId="22"/>
          <ac:spMkLst>
            <pc:docMk/>
            <pc:sldMk cId="809521037" sldId="3307"/>
            <ac:spMk id="20" creationId="{20176B81-6AB3-4F70-90C4-E6F76485DF1A}"/>
          </ac:spMkLst>
        </pc:spChg>
        <pc:spChg chg="add del mod">
          <ac:chgData name="Joan" userId="3d3d9d5ec6c6aee0" providerId="LiveId" clId="{6B6AB9F8-70FC-4AA6-8372-4A3B1F7034C4}" dt="2020-08-28T00:59:31.573" v="1974" actId="478"/>
          <ac:spMkLst>
            <pc:docMk/>
            <pc:sldMk cId="809521037" sldId="3307"/>
            <ac:spMk id="21" creationId="{236BA60B-DA42-4149-8B01-B709E34CEB6B}"/>
          </ac:spMkLst>
        </pc:spChg>
        <pc:spChg chg="add del mod">
          <ac:chgData name="Joan" userId="3d3d9d5ec6c6aee0" providerId="LiveId" clId="{6B6AB9F8-70FC-4AA6-8372-4A3B1F7034C4}" dt="2020-08-28T00:59:25.585" v="1971" actId="478"/>
          <ac:spMkLst>
            <pc:docMk/>
            <pc:sldMk cId="809521037" sldId="3307"/>
            <ac:spMk id="22" creationId="{F46439CB-F08B-4E73-8DC9-83A6DA9B051F}"/>
          </ac:spMkLst>
        </pc:spChg>
        <pc:spChg chg="add del mod">
          <ac:chgData name="Joan" userId="3d3d9d5ec6c6aee0" providerId="LiveId" clId="{6B6AB9F8-70FC-4AA6-8372-4A3B1F7034C4}" dt="2020-08-28T02:15:52.360" v="2354" actId="478"/>
          <ac:spMkLst>
            <pc:docMk/>
            <pc:sldMk cId="809521037" sldId="3307"/>
            <ac:spMk id="25" creationId="{1528DDF5-7C0A-4C3D-9358-32624FF4870D}"/>
          </ac:spMkLst>
        </pc:spChg>
        <pc:spChg chg="add del mod ord">
          <ac:chgData name="Joan" userId="3d3d9d5ec6c6aee0" providerId="LiveId" clId="{6B6AB9F8-70FC-4AA6-8372-4A3B1F7034C4}" dt="2020-08-28T02:12:01.005" v="2314" actId="478"/>
          <ac:spMkLst>
            <pc:docMk/>
            <pc:sldMk cId="809521037" sldId="3307"/>
            <ac:spMk id="26" creationId="{21A31066-2EC3-4B1F-B70E-430705DA91F9}"/>
          </ac:spMkLst>
        </pc:spChg>
        <pc:spChg chg="add del mod">
          <ac:chgData name="Joan" userId="3d3d9d5ec6c6aee0" providerId="LiveId" clId="{6B6AB9F8-70FC-4AA6-8372-4A3B1F7034C4}" dt="2020-08-28T09:01:47.088" v="3460" actId="478"/>
          <ac:spMkLst>
            <pc:docMk/>
            <pc:sldMk cId="809521037" sldId="3307"/>
            <ac:spMk id="27" creationId="{119A2E33-28CB-472E-8E39-040BAA40174F}"/>
          </ac:spMkLst>
        </pc:spChg>
        <pc:spChg chg="del">
          <ac:chgData name="Joan" userId="3d3d9d5ec6c6aee0" providerId="LiveId" clId="{6B6AB9F8-70FC-4AA6-8372-4A3B1F7034C4}" dt="2020-08-28T00:35:11.823" v="1779" actId="478"/>
          <ac:spMkLst>
            <pc:docMk/>
            <pc:sldMk cId="809521037" sldId="3307"/>
            <ac:spMk id="28" creationId="{B72E230D-BF7E-204A-95EB-F47133C165C7}"/>
          </ac:spMkLst>
        </pc:spChg>
        <pc:spChg chg="del mod topLvl">
          <ac:chgData name="Joan" userId="3d3d9d5ec6c6aee0" providerId="LiveId" clId="{6B6AB9F8-70FC-4AA6-8372-4A3B1F7034C4}" dt="2020-08-28T00:43:55.883" v="1827" actId="478"/>
          <ac:spMkLst>
            <pc:docMk/>
            <pc:sldMk cId="809521037" sldId="3307"/>
            <ac:spMk id="29" creationId="{5DEDE584-10BA-4A42-A897-CBC84DCAC028}"/>
          </ac:spMkLst>
        </pc:spChg>
        <pc:spChg chg="del mod topLvl">
          <ac:chgData name="Joan" userId="3d3d9d5ec6c6aee0" providerId="LiveId" clId="{6B6AB9F8-70FC-4AA6-8372-4A3B1F7034C4}" dt="2020-08-28T00:44:01.660" v="1829" actId="478"/>
          <ac:spMkLst>
            <pc:docMk/>
            <pc:sldMk cId="809521037" sldId="3307"/>
            <ac:spMk id="30" creationId="{A1A065CB-19E7-7A41-80EF-D9CC9D2B9BDA}"/>
          </ac:spMkLst>
        </pc:spChg>
        <pc:spChg chg="del mod topLvl">
          <ac:chgData name="Joan" userId="3d3d9d5ec6c6aee0" providerId="LiveId" clId="{6B6AB9F8-70FC-4AA6-8372-4A3B1F7034C4}" dt="2020-08-28T00:43:17.402" v="1821" actId="478"/>
          <ac:spMkLst>
            <pc:docMk/>
            <pc:sldMk cId="809521037" sldId="3307"/>
            <ac:spMk id="31" creationId="{574DE613-D165-C148-9810-446A63490AF4}"/>
          </ac:spMkLst>
        </pc:spChg>
        <pc:spChg chg="del mod topLvl">
          <ac:chgData name="Joan" userId="3d3d9d5ec6c6aee0" providerId="LiveId" clId="{6B6AB9F8-70FC-4AA6-8372-4A3B1F7034C4}" dt="2020-08-28T00:40:42.364" v="1818" actId="478"/>
          <ac:spMkLst>
            <pc:docMk/>
            <pc:sldMk cId="809521037" sldId="3307"/>
            <ac:spMk id="32" creationId="{5AB9EB2D-2942-B142-B4C2-2BE416E836B7}"/>
          </ac:spMkLst>
        </pc:spChg>
        <pc:spChg chg="del mod topLvl">
          <ac:chgData name="Joan" userId="3d3d9d5ec6c6aee0" providerId="LiveId" clId="{6B6AB9F8-70FC-4AA6-8372-4A3B1F7034C4}" dt="2020-08-28T00:40:46.516" v="1819" actId="478"/>
          <ac:spMkLst>
            <pc:docMk/>
            <pc:sldMk cId="809521037" sldId="3307"/>
            <ac:spMk id="33" creationId="{B6E226FA-04FF-5543-B513-F5249E9E6FEC}"/>
          </ac:spMkLst>
        </pc:spChg>
        <pc:spChg chg="add del mod">
          <ac:chgData name="Joan" userId="3d3d9d5ec6c6aee0" providerId="LiveId" clId="{6B6AB9F8-70FC-4AA6-8372-4A3B1F7034C4}" dt="2020-08-28T02:15:53.488" v="2355" actId="478"/>
          <ac:spMkLst>
            <pc:docMk/>
            <pc:sldMk cId="809521037" sldId="3307"/>
            <ac:spMk id="34" creationId="{67922F6B-BD6F-4CAE-995B-A08074E7E43A}"/>
          </ac:spMkLst>
        </pc:spChg>
        <pc:spChg chg="add mod">
          <ac:chgData name="Joan" userId="3d3d9d5ec6c6aee0" providerId="LiveId" clId="{6B6AB9F8-70FC-4AA6-8372-4A3B1F7034C4}" dt="2020-08-28T00:20:17.719" v="1602"/>
          <ac:spMkLst>
            <pc:docMk/>
            <pc:sldMk cId="809521037" sldId="3307"/>
            <ac:spMk id="35" creationId="{2C396E70-8757-4676-91E7-66B77BC413BA}"/>
          </ac:spMkLst>
        </pc:spChg>
        <pc:spChg chg="del mod">
          <ac:chgData name="Joan" userId="3d3d9d5ec6c6aee0" providerId="LiveId" clId="{6B6AB9F8-70FC-4AA6-8372-4A3B1F7034C4}" dt="2020-08-28T09:01:47.088" v="3460" actId="478"/>
          <ac:spMkLst>
            <pc:docMk/>
            <pc:sldMk cId="809521037" sldId="3307"/>
            <ac:spMk id="40" creationId="{28B213C3-3755-C54E-A64E-70879B2A286E}"/>
          </ac:spMkLst>
        </pc:spChg>
        <pc:spChg chg="del mod">
          <ac:chgData name="Joan" userId="3d3d9d5ec6c6aee0" providerId="LiveId" clId="{6B6AB9F8-70FC-4AA6-8372-4A3B1F7034C4}" dt="2020-08-28T09:01:47.088" v="3460" actId="478"/>
          <ac:spMkLst>
            <pc:docMk/>
            <pc:sldMk cId="809521037" sldId="3307"/>
            <ac:spMk id="41" creationId="{17C18E76-A256-894D-9ABC-3464407C2389}"/>
          </ac:spMkLst>
        </pc:spChg>
        <pc:spChg chg="del mod">
          <ac:chgData name="Joan" userId="3d3d9d5ec6c6aee0" providerId="LiveId" clId="{6B6AB9F8-70FC-4AA6-8372-4A3B1F7034C4}" dt="2020-08-28T00:40:46.516" v="1819" actId="478"/>
          <ac:spMkLst>
            <pc:docMk/>
            <pc:sldMk cId="809521037" sldId="3307"/>
            <ac:spMk id="43" creationId="{5FB074B1-293E-C94F-B867-AA75288D8EB5}"/>
          </ac:spMkLst>
        </pc:spChg>
        <pc:spChg chg="del mod">
          <ac:chgData name="Joan" userId="3d3d9d5ec6c6aee0" providerId="LiveId" clId="{6B6AB9F8-70FC-4AA6-8372-4A3B1F7034C4}" dt="2020-08-28T00:40:46.516" v="1819" actId="478"/>
          <ac:spMkLst>
            <pc:docMk/>
            <pc:sldMk cId="809521037" sldId="3307"/>
            <ac:spMk id="44" creationId="{7ADE0A98-5922-4D42-844F-BB9DAA43D7C0}"/>
          </ac:spMkLst>
        </pc:spChg>
        <pc:spChg chg="del mod">
          <ac:chgData name="Joan" userId="3d3d9d5ec6c6aee0" providerId="LiveId" clId="{6B6AB9F8-70FC-4AA6-8372-4A3B1F7034C4}" dt="2020-08-28T00:40:26.339" v="1816" actId="478"/>
          <ac:spMkLst>
            <pc:docMk/>
            <pc:sldMk cId="809521037" sldId="3307"/>
            <ac:spMk id="45" creationId="{E0734943-F2B9-AE44-B1C8-013F1E9B9489}"/>
          </ac:spMkLst>
        </pc:spChg>
        <pc:spChg chg="del mod">
          <ac:chgData name="Joan" userId="3d3d9d5ec6c6aee0" providerId="LiveId" clId="{6B6AB9F8-70FC-4AA6-8372-4A3B1F7034C4}" dt="2020-08-28T00:40:26.339" v="1816" actId="478"/>
          <ac:spMkLst>
            <pc:docMk/>
            <pc:sldMk cId="809521037" sldId="3307"/>
            <ac:spMk id="46" creationId="{0BD84A29-A5F5-6342-A124-24E2F47A6926}"/>
          </ac:spMkLst>
        </pc:spChg>
        <pc:spChg chg="mod">
          <ac:chgData name="Joan" userId="3d3d9d5ec6c6aee0" providerId="LiveId" clId="{6B6AB9F8-70FC-4AA6-8372-4A3B1F7034C4}" dt="2020-08-28T02:45:53.361" v="3066" actId="1076"/>
          <ac:spMkLst>
            <pc:docMk/>
            <pc:sldMk cId="809521037" sldId="3307"/>
            <ac:spMk id="47" creationId="{EA0C61CE-BB5E-884C-85D3-B90D87EABC68}"/>
          </ac:spMkLst>
        </pc:spChg>
        <pc:spChg chg="del mod">
          <ac:chgData name="Joan" userId="3d3d9d5ec6c6aee0" providerId="LiveId" clId="{6B6AB9F8-70FC-4AA6-8372-4A3B1F7034C4}" dt="2020-08-28T00:35:05.036" v="1777" actId="478"/>
          <ac:spMkLst>
            <pc:docMk/>
            <pc:sldMk cId="809521037" sldId="3307"/>
            <ac:spMk id="48" creationId="{9FE9AF79-A0AD-8540-AD17-2F1BF55BB687}"/>
          </ac:spMkLst>
        </pc:spChg>
        <pc:spChg chg="del mod">
          <ac:chgData name="Joan" userId="3d3d9d5ec6c6aee0" providerId="LiveId" clId="{6B6AB9F8-70FC-4AA6-8372-4A3B1F7034C4}" dt="2020-08-28T00:29:20.374" v="1730" actId="478"/>
          <ac:spMkLst>
            <pc:docMk/>
            <pc:sldMk cId="809521037" sldId="3307"/>
            <ac:spMk id="49" creationId="{AE7343A1-93CF-4C4B-A8B6-5C1F624022BA}"/>
          </ac:spMkLst>
        </pc:spChg>
        <pc:spChg chg="del mod">
          <ac:chgData name="Joan" userId="3d3d9d5ec6c6aee0" providerId="LiveId" clId="{6B6AB9F8-70FC-4AA6-8372-4A3B1F7034C4}" dt="2020-08-28T00:29:20.374" v="1730" actId="478"/>
          <ac:spMkLst>
            <pc:docMk/>
            <pc:sldMk cId="809521037" sldId="3307"/>
            <ac:spMk id="50" creationId="{0C9773A0-2FA4-FE4F-BE16-38695DCC80CD}"/>
          </ac:spMkLst>
        </pc:spChg>
        <pc:spChg chg="del mod">
          <ac:chgData name="Joan" userId="3d3d9d5ec6c6aee0" providerId="LiveId" clId="{6B6AB9F8-70FC-4AA6-8372-4A3B1F7034C4}" dt="2020-08-28T02:15:50.405" v="2353" actId="478"/>
          <ac:spMkLst>
            <pc:docMk/>
            <pc:sldMk cId="809521037" sldId="3307"/>
            <ac:spMk id="51" creationId="{56757ACA-FD7C-A542-BCFE-5C78366B10BB}"/>
          </ac:spMkLst>
        </pc:spChg>
        <pc:spChg chg="del mod">
          <ac:chgData name="Joan" userId="3d3d9d5ec6c6aee0" providerId="LiveId" clId="{6B6AB9F8-70FC-4AA6-8372-4A3B1F7034C4}" dt="2020-08-28T00:25:26.354" v="1718" actId="478"/>
          <ac:spMkLst>
            <pc:docMk/>
            <pc:sldMk cId="809521037" sldId="3307"/>
            <ac:spMk id="52" creationId="{6E252EF9-16B5-2F48-8301-7026218E5DF2}"/>
          </ac:spMkLst>
        </pc:spChg>
        <pc:spChg chg="add del mod">
          <ac:chgData name="Joan" userId="3d3d9d5ec6c6aee0" providerId="LiveId" clId="{6B6AB9F8-70FC-4AA6-8372-4A3B1F7034C4}" dt="2020-08-28T01:52:54.025" v="2263" actId="478"/>
          <ac:spMkLst>
            <pc:docMk/>
            <pc:sldMk cId="809521037" sldId="3307"/>
            <ac:spMk id="66" creationId="{6857D9D8-A170-41E3-9867-2D2934F1783B}"/>
          </ac:spMkLst>
        </pc:spChg>
        <pc:spChg chg="add mod ord">
          <ac:chgData name="Joan" userId="3d3d9d5ec6c6aee0" providerId="LiveId" clId="{6B6AB9F8-70FC-4AA6-8372-4A3B1F7034C4}" dt="2020-08-28T01:38:04.735" v="2160" actId="164"/>
          <ac:spMkLst>
            <pc:docMk/>
            <pc:sldMk cId="809521037" sldId="3307"/>
            <ac:spMk id="67" creationId="{1BFD4830-5E6A-4290-BA31-0A27104BA0CF}"/>
          </ac:spMkLst>
        </pc:spChg>
        <pc:spChg chg="add mod">
          <ac:chgData name="Joan" userId="3d3d9d5ec6c6aee0" providerId="LiveId" clId="{6B6AB9F8-70FC-4AA6-8372-4A3B1F7034C4}" dt="2020-08-28T02:46:03.642" v="3067" actId="108"/>
          <ac:spMkLst>
            <pc:docMk/>
            <pc:sldMk cId="809521037" sldId="3307"/>
            <ac:spMk id="69" creationId="{7DA71842-675C-475B-8285-C41B94C63146}"/>
          </ac:spMkLst>
        </pc:spChg>
        <pc:spChg chg="add mod">
          <ac:chgData name="Joan" userId="3d3d9d5ec6c6aee0" providerId="LiveId" clId="{6B6AB9F8-70FC-4AA6-8372-4A3B1F7034C4}" dt="2020-08-28T02:46:07.567" v="3068" actId="108"/>
          <ac:spMkLst>
            <pc:docMk/>
            <pc:sldMk cId="809521037" sldId="3307"/>
            <ac:spMk id="71" creationId="{1C1D5996-A204-4D41-BEE9-A716B5114339}"/>
          </ac:spMkLst>
        </pc:spChg>
        <pc:spChg chg="add mod">
          <ac:chgData name="Joan" userId="3d3d9d5ec6c6aee0" providerId="LiveId" clId="{6B6AB9F8-70FC-4AA6-8372-4A3B1F7034C4}" dt="2020-08-28T01:38:04.735" v="2160" actId="164"/>
          <ac:spMkLst>
            <pc:docMk/>
            <pc:sldMk cId="809521037" sldId="3307"/>
            <ac:spMk id="86" creationId="{4C2ED131-7F3E-4104-9FC3-1B446C29C1C6}"/>
          </ac:spMkLst>
        </pc:spChg>
        <pc:spChg chg="add mod">
          <ac:chgData name="Joan" userId="3d3d9d5ec6c6aee0" providerId="LiveId" clId="{6B6AB9F8-70FC-4AA6-8372-4A3B1F7034C4}" dt="2020-08-28T01:38:04.735" v="2160" actId="164"/>
          <ac:spMkLst>
            <pc:docMk/>
            <pc:sldMk cId="809521037" sldId="3307"/>
            <ac:spMk id="87" creationId="{07E917EF-4172-46D7-9DE0-7C6DE2EC5C8E}"/>
          </ac:spMkLst>
        </pc:spChg>
        <pc:spChg chg="add mod ord">
          <ac:chgData name="Joan" userId="3d3d9d5ec6c6aee0" providerId="LiveId" clId="{6B6AB9F8-70FC-4AA6-8372-4A3B1F7034C4}" dt="2020-08-28T02:32:07.400" v="2477" actId="1076"/>
          <ac:spMkLst>
            <pc:docMk/>
            <pc:sldMk cId="809521037" sldId="3307"/>
            <ac:spMk id="107" creationId="{D2872FC3-429B-4EB8-AE0A-CC72DAD8BB7F}"/>
          </ac:spMkLst>
        </pc:spChg>
        <pc:spChg chg="add del">
          <ac:chgData name="Joan" userId="3d3d9d5ec6c6aee0" providerId="LiveId" clId="{6B6AB9F8-70FC-4AA6-8372-4A3B1F7034C4}" dt="2020-08-28T02:11:21.506" v="2284" actId="22"/>
          <ac:spMkLst>
            <pc:docMk/>
            <pc:sldMk cId="809521037" sldId="3307"/>
            <ac:spMk id="116" creationId="{132B0C33-FE46-44FD-AB39-EAA24D89B6E5}"/>
          </ac:spMkLst>
        </pc:spChg>
        <pc:spChg chg="add mod">
          <ac:chgData name="Joan" userId="3d3d9d5ec6c6aee0" providerId="LiveId" clId="{6B6AB9F8-70FC-4AA6-8372-4A3B1F7034C4}" dt="2020-08-28T02:46:12.152" v="3069" actId="108"/>
          <ac:spMkLst>
            <pc:docMk/>
            <pc:sldMk cId="809521037" sldId="3307"/>
            <ac:spMk id="118" creationId="{2E27660E-E45A-4492-B42C-6728C927785D}"/>
          </ac:spMkLst>
        </pc:spChg>
        <pc:spChg chg="add mod">
          <ac:chgData name="Joan" userId="3d3d9d5ec6c6aee0" providerId="LiveId" clId="{6B6AB9F8-70FC-4AA6-8372-4A3B1F7034C4}" dt="2020-08-28T02:46:16.323" v="3070" actId="108"/>
          <ac:spMkLst>
            <pc:docMk/>
            <pc:sldMk cId="809521037" sldId="3307"/>
            <ac:spMk id="126" creationId="{AEAA9F43-9EE3-4691-989C-1B5D483C1147}"/>
          </ac:spMkLst>
        </pc:spChg>
        <pc:spChg chg="add del mod">
          <ac:chgData name="Joan" userId="3d3d9d5ec6c6aee0" providerId="LiveId" clId="{6B6AB9F8-70FC-4AA6-8372-4A3B1F7034C4}" dt="2020-08-28T02:31:49.024" v="2473" actId="478"/>
          <ac:spMkLst>
            <pc:docMk/>
            <pc:sldMk cId="809521037" sldId="3307"/>
            <ac:spMk id="136" creationId="{2B8EE6D0-CC55-4469-9C13-B376CA44C67F}"/>
          </ac:spMkLst>
        </pc:spChg>
        <pc:spChg chg="add mod ord">
          <ac:chgData name="Joan" userId="3d3d9d5ec6c6aee0" providerId="LiveId" clId="{6B6AB9F8-70FC-4AA6-8372-4A3B1F7034C4}" dt="2020-08-28T02:42:28.713" v="3010" actId="692"/>
          <ac:spMkLst>
            <pc:docMk/>
            <pc:sldMk cId="809521037" sldId="3307"/>
            <ac:spMk id="143" creationId="{0D5DA148-1720-471E-A87C-F355A23BEA0C}"/>
          </ac:spMkLst>
        </pc:spChg>
        <pc:spChg chg="add del mod">
          <ac:chgData name="Joan" userId="3d3d9d5ec6c6aee0" providerId="LiveId" clId="{6B6AB9F8-70FC-4AA6-8372-4A3B1F7034C4}" dt="2020-08-28T02:33:33.161" v="2501" actId="478"/>
          <ac:spMkLst>
            <pc:docMk/>
            <pc:sldMk cId="809521037" sldId="3307"/>
            <ac:spMk id="145" creationId="{C759DF88-E60E-4074-AE98-1224EB0882C7}"/>
          </ac:spMkLst>
        </pc:spChg>
        <pc:spChg chg="add mod">
          <ac:chgData name="Joan" userId="3d3d9d5ec6c6aee0" providerId="LiveId" clId="{6B6AB9F8-70FC-4AA6-8372-4A3B1F7034C4}" dt="2020-08-28T02:35:31.817" v="2523" actId="1038"/>
          <ac:spMkLst>
            <pc:docMk/>
            <pc:sldMk cId="809521037" sldId="3307"/>
            <ac:spMk id="146" creationId="{CD0BD13B-C83E-4BA0-833E-2ACF8A27279E}"/>
          </ac:spMkLst>
        </pc:spChg>
        <pc:spChg chg="add mod">
          <ac:chgData name="Joan" userId="3d3d9d5ec6c6aee0" providerId="LiveId" clId="{6B6AB9F8-70FC-4AA6-8372-4A3B1F7034C4}" dt="2020-08-28T02:34:34.725" v="2509" actId="208"/>
          <ac:spMkLst>
            <pc:docMk/>
            <pc:sldMk cId="809521037" sldId="3307"/>
            <ac:spMk id="148" creationId="{C6CBA45C-AF35-4075-8C09-7D3E4521A0A3}"/>
          </ac:spMkLst>
        </pc:spChg>
        <pc:spChg chg="add mod">
          <ac:chgData name="Joan" userId="3d3d9d5ec6c6aee0" providerId="LiveId" clId="{6B6AB9F8-70FC-4AA6-8372-4A3B1F7034C4}" dt="2020-08-28T02:42:36.067" v="3011" actId="692"/>
          <ac:spMkLst>
            <pc:docMk/>
            <pc:sldMk cId="809521037" sldId="3307"/>
            <ac:spMk id="150" creationId="{5C4F2FBF-719A-46FB-9D99-6AD6072EC17C}"/>
          </ac:spMkLst>
        </pc:spChg>
        <pc:spChg chg="add del mod">
          <ac:chgData name="Joan" userId="3d3d9d5ec6c6aee0" providerId="LiveId" clId="{6B6AB9F8-70FC-4AA6-8372-4A3B1F7034C4}" dt="2020-08-28T02:36:00.246" v="2535" actId="478"/>
          <ac:spMkLst>
            <pc:docMk/>
            <pc:sldMk cId="809521037" sldId="3307"/>
            <ac:spMk id="152" creationId="{7234C6BA-2ED7-4A5B-8737-1E6815D5B401}"/>
          </ac:spMkLst>
        </pc:spChg>
        <pc:spChg chg="add del mod">
          <ac:chgData name="Joan" userId="3d3d9d5ec6c6aee0" providerId="LiveId" clId="{6B6AB9F8-70FC-4AA6-8372-4A3B1F7034C4}" dt="2020-08-28T02:35:59.497" v="2534" actId="478"/>
          <ac:spMkLst>
            <pc:docMk/>
            <pc:sldMk cId="809521037" sldId="3307"/>
            <ac:spMk id="154" creationId="{CEAF99A0-1A81-48A5-8545-9D9D512A077D}"/>
          </ac:spMkLst>
        </pc:spChg>
        <pc:spChg chg="add del mod">
          <ac:chgData name="Joan" userId="3d3d9d5ec6c6aee0" providerId="LiveId" clId="{6B6AB9F8-70FC-4AA6-8372-4A3B1F7034C4}" dt="2020-08-28T02:37:32.687" v="2556" actId="478"/>
          <ac:spMkLst>
            <pc:docMk/>
            <pc:sldMk cId="809521037" sldId="3307"/>
            <ac:spMk id="155" creationId="{DB4EA87D-5198-4C31-98AD-F54E4E8496FB}"/>
          </ac:spMkLst>
        </pc:spChg>
        <pc:spChg chg="add del">
          <ac:chgData name="Joan" userId="3d3d9d5ec6c6aee0" providerId="LiveId" clId="{6B6AB9F8-70FC-4AA6-8372-4A3B1F7034C4}" dt="2020-08-28T02:37:50.238" v="2560" actId="22"/>
          <ac:spMkLst>
            <pc:docMk/>
            <pc:sldMk cId="809521037" sldId="3307"/>
            <ac:spMk id="157" creationId="{ABB88769-A4D6-460D-9613-356105A01C05}"/>
          </ac:spMkLst>
        </pc:spChg>
        <pc:spChg chg="add del mod">
          <ac:chgData name="Joan" userId="3d3d9d5ec6c6aee0" providerId="LiveId" clId="{6B6AB9F8-70FC-4AA6-8372-4A3B1F7034C4}" dt="2020-08-28T02:38:49.461" v="2966" actId="478"/>
          <ac:spMkLst>
            <pc:docMk/>
            <pc:sldMk cId="809521037" sldId="3307"/>
            <ac:spMk id="159" creationId="{11ED7B54-CA72-49F6-A978-88C206A842D7}"/>
          </ac:spMkLst>
        </pc:spChg>
        <pc:grpChg chg="add del mod">
          <ac:chgData name="Joan" userId="3d3d9d5ec6c6aee0" providerId="LiveId" clId="{6B6AB9F8-70FC-4AA6-8372-4A3B1F7034C4}" dt="2020-08-28T00:40:40.164" v="1817" actId="165"/>
          <ac:grpSpMkLst>
            <pc:docMk/>
            <pc:sldMk cId="809521037" sldId="3307"/>
            <ac:grpSpMk id="42" creationId="{CCF08330-9FB5-5A41-A485-32F955FB8181}"/>
          </ac:grpSpMkLst>
        </pc:grpChg>
        <pc:grpChg chg="add mod">
          <ac:chgData name="Joan" userId="3d3d9d5ec6c6aee0" providerId="LiveId" clId="{6B6AB9F8-70FC-4AA6-8372-4A3B1F7034C4}" dt="2020-08-28T02:32:07.400" v="2477" actId="1076"/>
          <ac:grpSpMkLst>
            <pc:docMk/>
            <pc:sldMk cId="809521037" sldId="3307"/>
            <ac:grpSpMk id="106" creationId="{C4E6414A-B986-4F2C-91E5-A4DFB289C513}"/>
          </ac:grpSpMkLst>
        </pc:grpChg>
        <pc:picChg chg="add mod ord">
          <ac:chgData name="Joan" userId="3d3d9d5ec6c6aee0" providerId="LiveId" clId="{6B6AB9F8-70FC-4AA6-8372-4A3B1F7034C4}" dt="2020-08-28T11:22:40.450" v="6801" actId="1076"/>
          <ac:picMkLst>
            <pc:docMk/>
            <pc:sldMk cId="809521037" sldId="3307"/>
            <ac:picMk id="24" creationId="{9FA4B07B-651E-4445-93A2-91E2C56B5863}"/>
          </ac:picMkLst>
        </pc:picChg>
        <pc:picChg chg="add del mod ord">
          <ac:chgData name="Joan" userId="3d3d9d5ec6c6aee0" providerId="LiveId" clId="{6B6AB9F8-70FC-4AA6-8372-4A3B1F7034C4}" dt="2020-08-28T01:32:14.593" v="2129" actId="478"/>
          <ac:picMkLst>
            <pc:docMk/>
            <pc:sldMk cId="809521037" sldId="3307"/>
            <ac:picMk id="62" creationId="{4D7E1584-A7E4-4DF9-BAD3-B0EB92D29B7F}"/>
          </ac:picMkLst>
        </pc:picChg>
        <pc:picChg chg="add mod ord">
          <ac:chgData name="Joan" userId="3d3d9d5ec6c6aee0" providerId="LiveId" clId="{6B6AB9F8-70FC-4AA6-8372-4A3B1F7034C4}" dt="2020-08-28T01:38:04.735" v="2160" actId="164"/>
          <ac:picMkLst>
            <pc:docMk/>
            <pc:sldMk cId="809521037" sldId="3307"/>
            <ac:picMk id="64" creationId="{0686A900-D713-48BA-8A71-7C1EA9257A93}"/>
          </ac:picMkLst>
        </pc:picChg>
        <pc:picChg chg="add del mod">
          <ac:chgData name="Joan" userId="3d3d9d5ec6c6aee0" providerId="LiveId" clId="{6B6AB9F8-70FC-4AA6-8372-4A3B1F7034C4}" dt="2020-08-28T01:10:34.727" v="2002" actId="478"/>
          <ac:picMkLst>
            <pc:docMk/>
            <pc:sldMk cId="809521037" sldId="3307"/>
            <ac:picMk id="73" creationId="{2B58C4DE-6117-4D70-85AC-9BCC6DE75F63}"/>
          </ac:picMkLst>
        </pc:picChg>
        <pc:picChg chg="add del mod ord">
          <ac:chgData name="Joan" userId="3d3d9d5ec6c6aee0" providerId="LiveId" clId="{6B6AB9F8-70FC-4AA6-8372-4A3B1F7034C4}" dt="2020-08-28T01:13:05.057" v="2008" actId="478"/>
          <ac:picMkLst>
            <pc:docMk/>
            <pc:sldMk cId="809521037" sldId="3307"/>
            <ac:picMk id="75" creationId="{9F0A054E-0544-45AB-82B6-24A97831EC36}"/>
          </ac:picMkLst>
        </pc:picChg>
        <pc:picChg chg="add del mod">
          <ac:chgData name="Joan" userId="3d3d9d5ec6c6aee0" providerId="LiveId" clId="{6B6AB9F8-70FC-4AA6-8372-4A3B1F7034C4}" dt="2020-08-28T01:13:47.826" v="2021" actId="478"/>
          <ac:picMkLst>
            <pc:docMk/>
            <pc:sldMk cId="809521037" sldId="3307"/>
            <ac:picMk id="77" creationId="{667E1E6F-6321-4CC8-9CB2-3C6286DF113B}"/>
          </ac:picMkLst>
        </pc:picChg>
        <pc:picChg chg="add del mod">
          <ac:chgData name="Joan" userId="3d3d9d5ec6c6aee0" providerId="LiveId" clId="{6B6AB9F8-70FC-4AA6-8372-4A3B1F7034C4}" dt="2020-08-28T01:15:02.979" v="2037" actId="478"/>
          <ac:picMkLst>
            <pc:docMk/>
            <pc:sldMk cId="809521037" sldId="3307"/>
            <ac:picMk id="79" creationId="{DF9B3E1B-77AA-436C-BA9F-3AE2A3757CAF}"/>
          </ac:picMkLst>
        </pc:picChg>
        <pc:picChg chg="add del mod">
          <ac:chgData name="Joan" userId="3d3d9d5ec6c6aee0" providerId="LiveId" clId="{6B6AB9F8-70FC-4AA6-8372-4A3B1F7034C4}" dt="2020-08-28T01:14:42.059" v="2028" actId="478"/>
          <ac:picMkLst>
            <pc:docMk/>
            <pc:sldMk cId="809521037" sldId="3307"/>
            <ac:picMk id="81" creationId="{F96D1B5A-9AA2-4E0D-8750-0E105BE702BE}"/>
          </ac:picMkLst>
        </pc:picChg>
        <pc:picChg chg="add del mod">
          <ac:chgData name="Joan" userId="3d3d9d5ec6c6aee0" providerId="LiveId" clId="{6B6AB9F8-70FC-4AA6-8372-4A3B1F7034C4}" dt="2020-08-28T01:17:04.247" v="2046" actId="478"/>
          <ac:picMkLst>
            <pc:docMk/>
            <pc:sldMk cId="809521037" sldId="3307"/>
            <ac:picMk id="83" creationId="{C9928ED5-61C4-4B65-BB40-0ABF043A0436}"/>
          </ac:picMkLst>
        </pc:picChg>
        <pc:picChg chg="add mod ord">
          <ac:chgData name="Joan" userId="3d3d9d5ec6c6aee0" providerId="LiveId" clId="{6B6AB9F8-70FC-4AA6-8372-4A3B1F7034C4}" dt="2020-08-28T01:38:04.735" v="2160" actId="164"/>
          <ac:picMkLst>
            <pc:docMk/>
            <pc:sldMk cId="809521037" sldId="3307"/>
            <ac:picMk id="85" creationId="{511EE431-969A-46DF-AE34-704C7890DB5B}"/>
          </ac:picMkLst>
        </pc:picChg>
        <pc:picChg chg="add del mod">
          <ac:chgData name="Joan" userId="3d3d9d5ec6c6aee0" providerId="LiveId" clId="{6B6AB9F8-70FC-4AA6-8372-4A3B1F7034C4}" dt="2020-08-28T01:25:25.884" v="2084" actId="478"/>
          <ac:picMkLst>
            <pc:docMk/>
            <pc:sldMk cId="809521037" sldId="3307"/>
            <ac:picMk id="89" creationId="{E317C548-B343-45CF-9B89-759A79D0C353}"/>
          </ac:picMkLst>
        </pc:picChg>
        <pc:picChg chg="add del mod">
          <ac:chgData name="Joan" userId="3d3d9d5ec6c6aee0" providerId="LiveId" clId="{6B6AB9F8-70FC-4AA6-8372-4A3B1F7034C4}" dt="2020-08-28T02:15:57.536" v="2358" actId="478"/>
          <ac:picMkLst>
            <pc:docMk/>
            <pc:sldMk cId="809521037" sldId="3307"/>
            <ac:picMk id="91" creationId="{8EA6AD37-7129-4F95-9A41-446C8E9C30EC}"/>
          </ac:picMkLst>
        </pc:picChg>
        <pc:picChg chg="add del mod">
          <ac:chgData name="Joan" userId="3d3d9d5ec6c6aee0" providerId="LiveId" clId="{6B6AB9F8-70FC-4AA6-8372-4A3B1F7034C4}" dt="2020-08-28T01:27:37.953" v="2093" actId="478"/>
          <ac:picMkLst>
            <pc:docMk/>
            <pc:sldMk cId="809521037" sldId="3307"/>
            <ac:picMk id="93" creationId="{B7AEF415-299B-47B8-AF48-3C20AEBA88E7}"/>
          </ac:picMkLst>
        </pc:picChg>
        <pc:picChg chg="add mod">
          <ac:chgData name="Joan" userId="3d3d9d5ec6c6aee0" providerId="LiveId" clId="{6B6AB9F8-70FC-4AA6-8372-4A3B1F7034C4}" dt="2020-08-28T01:38:04.735" v="2160" actId="164"/>
          <ac:picMkLst>
            <pc:docMk/>
            <pc:sldMk cId="809521037" sldId="3307"/>
            <ac:picMk id="95" creationId="{A8794B88-C594-4C26-AF81-6DD68061AFE2}"/>
          </ac:picMkLst>
        </pc:picChg>
        <pc:picChg chg="add mod">
          <ac:chgData name="Joan" userId="3d3d9d5ec6c6aee0" providerId="LiveId" clId="{6B6AB9F8-70FC-4AA6-8372-4A3B1F7034C4}" dt="2020-08-28T01:38:04.735" v="2160" actId="164"/>
          <ac:picMkLst>
            <pc:docMk/>
            <pc:sldMk cId="809521037" sldId="3307"/>
            <ac:picMk id="97" creationId="{466529D3-1953-4066-BB79-61F68C8D7FA3}"/>
          </ac:picMkLst>
        </pc:picChg>
        <pc:picChg chg="add del mod">
          <ac:chgData name="Joan" userId="3d3d9d5ec6c6aee0" providerId="LiveId" clId="{6B6AB9F8-70FC-4AA6-8372-4A3B1F7034C4}" dt="2020-08-28T01:30:41.219" v="2120" actId="478"/>
          <ac:picMkLst>
            <pc:docMk/>
            <pc:sldMk cId="809521037" sldId="3307"/>
            <ac:picMk id="99" creationId="{210CC63C-D9B0-4955-A33E-14DC39755E85}"/>
          </ac:picMkLst>
        </pc:picChg>
        <pc:picChg chg="add del mod">
          <ac:chgData name="Joan" userId="3d3d9d5ec6c6aee0" providerId="LiveId" clId="{6B6AB9F8-70FC-4AA6-8372-4A3B1F7034C4}" dt="2020-08-28T01:32:49.263" v="2131" actId="478"/>
          <ac:picMkLst>
            <pc:docMk/>
            <pc:sldMk cId="809521037" sldId="3307"/>
            <ac:picMk id="101" creationId="{9E7C1F82-8EFF-414F-AC92-C05CA6C5E220}"/>
          </ac:picMkLst>
        </pc:picChg>
        <pc:picChg chg="add del mod">
          <ac:chgData name="Joan" userId="3d3d9d5ec6c6aee0" providerId="LiveId" clId="{6B6AB9F8-70FC-4AA6-8372-4A3B1F7034C4}" dt="2020-08-28T01:33:25.742" v="2138" actId="478"/>
          <ac:picMkLst>
            <pc:docMk/>
            <pc:sldMk cId="809521037" sldId="3307"/>
            <ac:picMk id="103" creationId="{B6371D6E-D7E1-40A5-BC9C-A752B1DCD24C}"/>
          </ac:picMkLst>
        </pc:picChg>
        <pc:picChg chg="add mod">
          <ac:chgData name="Joan" userId="3d3d9d5ec6c6aee0" providerId="LiveId" clId="{6B6AB9F8-70FC-4AA6-8372-4A3B1F7034C4}" dt="2020-08-28T01:38:04.735" v="2160" actId="164"/>
          <ac:picMkLst>
            <pc:docMk/>
            <pc:sldMk cId="809521037" sldId="3307"/>
            <ac:picMk id="105" creationId="{38706D42-4E31-41A0-A5A1-F1F195AECE34}"/>
          </ac:picMkLst>
        </pc:picChg>
        <pc:picChg chg="add mod">
          <ac:chgData name="Joan" userId="3d3d9d5ec6c6aee0" providerId="LiveId" clId="{6B6AB9F8-70FC-4AA6-8372-4A3B1F7034C4}" dt="2020-08-28T02:16:30.145" v="2413" actId="1036"/>
          <ac:picMkLst>
            <pc:docMk/>
            <pc:sldMk cId="809521037" sldId="3307"/>
            <ac:picMk id="113" creationId="{577B8513-BA4E-46FB-A749-A46AAB82E50A}"/>
          </ac:picMkLst>
        </pc:picChg>
        <pc:picChg chg="add mod">
          <ac:chgData name="Joan" userId="3d3d9d5ec6c6aee0" providerId="LiveId" clId="{6B6AB9F8-70FC-4AA6-8372-4A3B1F7034C4}" dt="2020-08-28T02:44:02.444" v="3024" actId="1035"/>
          <ac:picMkLst>
            <pc:docMk/>
            <pc:sldMk cId="809521037" sldId="3307"/>
            <ac:picMk id="123" creationId="{AF939ED6-F0AB-4371-ACF7-CA8655FF7923}"/>
          </ac:picMkLst>
        </pc:picChg>
        <pc:cxnChg chg="add mod">
          <ac:chgData name="Joan" userId="3d3d9d5ec6c6aee0" providerId="LiveId" clId="{6B6AB9F8-70FC-4AA6-8372-4A3B1F7034C4}" dt="2020-08-28T00:20:17.719" v="1602"/>
          <ac:cxnSpMkLst>
            <pc:docMk/>
            <pc:sldMk cId="809521037" sldId="3307"/>
            <ac:cxnSpMk id="36" creationId="{2AEE1B33-2CA8-49A9-ACBB-64B64C72BE92}"/>
          </ac:cxnSpMkLst>
        </pc:cxnChg>
        <pc:cxnChg chg="add del mod">
          <ac:chgData name="Joan" userId="3d3d9d5ec6c6aee0" providerId="LiveId" clId="{6B6AB9F8-70FC-4AA6-8372-4A3B1F7034C4}" dt="2020-08-28T02:33:13.517" v="2492" actId="478"/>
          <ac:cxnSpMkLst>
            <pc:docMk/>
            <pc:sldMk cId="809521037" sldId="3307"/>
            <ac:cxnSpMk id="109" creationId="{3A953761-D572-4AAC-9217-97092BF3D735}"/>
          </ac:cxnSpMkLst>
        </pc:cxnChg>
        <pc:cxnChg chg="add del mod">
          <ac:chgData name="Joan" userId="3d3d9d5ec6c6aee0" providerId="LiveId" clId="{6B6AB9F8-70FC-4AA6-8372-4A3B1F7034C4}" dt="2020-08-28T02:17:27.097" v="2456" actId="478"/>
          <ac:cxnSpMkLst>
            <pc:docMk/>
            <pc:sldMk cId="809521037" sldId="3307"/>
            <ac:cxnSpMk id="128" creationId="{D19934B6-6674-48AF-804B-01E79FD59E8B}"/>
          </ac:cxnSpMkLst>
        </pc:cxnChg>
        <pc:cxnChg chg="add del mod">
          <ac:chgData name="Joan" userId="3d3d9d5ec6c6aee0" providerId="LiveId" clId="{6B6AB9F8-70FC-4AA6-8372-4A3B1F7034C4}" dt="2020-08-28T02:33:15.169" v="2493" actId="478"/>
          <ac:cxnSpMkLst>
            <pc:docMk/>
            <pc:sldMk cId="809521037" sldId="3307"/>
            <ac:cxnSpMk id="130" creationId="{37E243D7-0576-40DF-A149-521440AFC85C}"/>
          </ac:cxnSpMkLst>
        </pc:cxnChg>
        <pc:cxnChg chg="add mod">
          <ac:chgData name="Joan" userId="3d3d9d5ec6c6aee0" providerId="LiveId" clId="{6B6AB9F8-70FC-4AA6-8372-4A3B1F7034C4}" dt="2020-08-28T02:41:14.276" v="2980" actId="14100"/>
          <ac:cxnSpMkLst>
            <pc:docMk/>
            <pc:sldMk cId="809521037" sldId="3307"/>
            <ac:cxnSpMk id="161" creationId="{68580A8E-FDE9-4EA4-99E6-8F3C537B87E4}"/>
          </ac:cxnSpMkLst>
        </pc:cxnChg>
        <pc:cxnChg chg="add del mod">
          <ac:chgData name="Joan" userId="3d3d9d5ec6c6aee0" providerId="LiveId" clId="{6B6AB9F8-70FC-4AA6-8372-4A3B1F7034C4}" dt="2020-08-28T02:41:05.484" v="2979" actId="478"/>
          <ac:cxnSpMkLst>
            <pc:docMk/>
            <pc:sldMk cId="809521037" sldId="3307"/>
            <ac:cxnSpMk id="163" creationId="{CDF5D253-C810-4373-AC15-5DF6F9DC1E07}"/>
          </ac:cxnSpMkLst>
        </pc:cxnChg>
        <pc:cxnChg chg="add mod">
          <ac:chgData name="Joan" userId="3d3d9d5ec6c6aee0" providerId="LiveId" clId="{6B6AB9F8-70FC-4AA6-8372-4A3B1F7034C4}" dt="2020-08-28T02:41:38.937" v="2992" actId="14100"/>
          <ac:cxnSpMkLst>
            <pc:docMk/>
            <pc:sldMk cId="809521037" sldId="3307"/>
            <ac:cxnSpMk id="168" creationId="{CFED8099-33D6-407E-9931-D96423981B3E}"/>
          </ac:cxnSpMkLst>
        </pc:cxnChg>
      </pc:sldChg>
      <pc:sldChg chg="delSp modSp add del mod">
        <pc:chgData name="Joan" userId="3d3d9d5ec6c6aee0" providerId="LiveId" clId="{6B6AB9F8-70FC-4AA6-8372-4A3B1F7034C4}" dt="2020-08-28T09:40:00.923" v="3931" actId="47"/>
        <pc:sldMkLst>
          <pc:docMk/>
          <pc:sldMk cId="1819768710" sldId="3308"/>
        </pc:sldMkLst>
        <pc:spChg chg="del mod">
          <ac:chgData name="Joan" userId="3d3d9d5ec6c6aee0" providerId="LiveId" clId="{6B6AB9F8-70FC-4AA6-8372-4A3B1F7034C4}" dt="2020-08-28T09:39:57.628" v="3929"/>
          <ac:spMkLst>
            <pc:docMk/>
            <pc:sldMk cId="1819768710" sldId="3308"/>
            <ac:spMk id="28" creationId="{6E0290A3-70B3-49EB-A3BC-1C9394512630}"/>
          </ac:spMkLst>
        </pc:spChg>
      </pc:sldChg>
      <pc:sldChg chg="add del">
        <pc:chgData name="Joan" userId="3d3d9d5ec6c6aee0" providerId="LiveId" clId="{6B6AB9F8-70FC-4AA6-8372-4A3B1F7034C4}" dt="2020-08-28T01:50:05.203" v="2230" actId="47"/>
        <pc:sldMkLst>
          <pc:docMk/>
          <pc:sldMk cId="4276898134" sldId="3308"/>
        </pc:sldMkLst>
      </pc:sldChg>
      <pc:sldChg chg="addSp modSp add del mod">
        <pc:chgData name="Joan" userId="3d3d9d5ec6c6aee0" providerId="LiveId" clId="{6B6AB9F8-70FC-4AA6-8372-4A3B1F7034C4}" dt="2020-08-28T09:36:11.471" v="3842" actId="47"/>
        <pc:sldMkLst>
          <pc:docMk/>
          <pc:sldMk cId="1323058671" sldId="3309"/>
        </pc:sldMkLst>
        <pc:spChg chg="add mod">
          <ac:chgData name="Joan" userId="3d3d9d5ec6c6aee0" providerId="LiveId" clId="{6B6AB9F8-70FC-4AA6-8372-4A3B1F7034C4}" dt="2020-08-28T09:29:07.478" v="3634" actId="20577"/>
          <ac:spMkLst>
            <pc:docMk/>
            <pc:sldMk cId="1323058671" sldId="3309"/>
            <ac:spMk id="2" creationId="{EBD2450F-A604-4EFF-9C18-46737695C423}"/>
          </ac:spMkLst>
        </pc:spChg>
        <pc:spChg chg="add mod">
          <ac:chgData name="Joan" userId="3d3d9d5ec6c6aee0" providerId="LiveId" clId="{6B6AB9F8-70FC-4AA6-8372-4A3B1F7034C4}" dt="2020-08-28T09:28:03.220" v="3629" actId="1076"/>
          <ac:spMkLst>
            <pc:docMk/>
            <pc:sldMk cId="1323058671" sldId="3309"/>
            <ac:spMk id="11" creationId="{5A895200-E920-48AD-87AD-24BA1495D119}"/>
          </ac:spMkLst>
        </pc:spChg>
        <pc:picChg chg="mod">
          <ac:chgData name="Joan" userId="3d3d9d5ec6c6aee0" providerId="LiveId" clId="{6B6AB9F8-70FC-4AA6-8372-4A3B1F7034C4}" dt="2020-08-28T09:28:11.265" v="3633" actId="1076"/>
          <ac:picMkLst>
            <pc:docMk/>
            <pc:sldMk cId="1323058671" sldId="3309"/>
            <ac:picMk id="7" creationId="{07183EC3-D4FA-4528-8C61-8F044DF2BD96}"/>
          </ac:picMkLst>
        </pc:picChg>
      </pc:sldChg>
      <pc:sldChg chg="delSp add del mod">
        <pc:chgData name="Joan" userId="3d3d9d5ec6c6aee0" providerId="LiveId" clId="{6B6AB9F8-70FC-4AA6-8372-4A3B1F7034C4}" dt="2020-08-28T08:14:37.213" v="3230" actId="47"/>
        <pc:sldMkLst>
          <pc:docMk/>
          <pc:sldMk cId="3468121314" sldId="3309"/>
        </pc:sldMkLst>
        <pc:spChg chg="del">
          <ac:chgData name="Joan" userId="3d3d9d5ec6c6aee0" providerId="LiveId" clId="{6B6AB9F8-70FC-4AA6-8372-4A3B1F7034C4}" dt="2020-08-28T08:13:22.074" v="3228" actId="478"/>
          <ac:spMkLst>
            <pc:docMk/>
            <pc:sldMk cId="3468121314" sldId="3309"/>
            <ac:spMk id="8" creationId="{F3611472-6A99-4F26-A955-8AE2178B8A28}"/>
          </ac:spMkLst>
        </pc:spChg>
        <pc:picChg chg="del">
          <ac:chgData name="Joan" userId="3d3d9d5ec6c6aee0" providerId="LiveId" clId="{6B6AB9F8-70FC-4AA6-8372-4A3B1F7034C4}" dt="2020-08-28T08:14:22.379" v="3229" actId="478"/>
          <ac:picMkLst>
            <pc:docMk/>
            <pc:sldMk cId="3468121314" sldId="3309"/>
            <ac:picMk id="7" creationId="{07183EC3-D4FA-4528-8C61-8F044DF2BD96}"/>
          </ac:picMkLst>
        </pc:picChg>
      </pc:sldChg>
      <pc:sldChg chg="modSp add del mod">
        <pc:chgData name="Joan" userId="3d3d9d5ec6c6aee0" providerId="LiveId" clId="{6B6AB9F8-70FC-4AA6-8372-4A3B1F7034C4}" dt="2020-08-28T08:43:01.615" v="3455" actId="47"/>
        <pc:sldMkLst>
          <pc:docMk/>
          <pc:sldMk cId="3749298278" sldId="3309"/>
        </pc:sldMkLst>
        <pc:picChg chg="mod">
          <ac:chgData name="Joan" userId="3d3d9d5ec6c6aee0" providerId="LiveId" clId="{6B6AB9F8-70FC-4AA6-8372-4A3B1F7034C4}" dt="2020-08-28T08:18:17.413" v="3236" actId="14100"/>
          <ac:picMkLst>
            <pc:docMk/>
            <pc:sldMk cId="3749298278" sldId="3309"/>
            <ac:picMk id="7" creationId="{07183EC3-D4FA-4528-8C61-8F044DF2BD96}"/>
          </ac:picMkLst>
        </pc:picChg>
      </pc:sldChg>
      <pc:sldChg chg="add del">
        <pc:chgData name="Joan" userId="3d3d9d5ec6c6aee0" providerId="LiveId" clId="{6B6AB9F8-70FC-4AA6-8372-4A3B1F7034C4}" dt="2020-08-28T08:42:47.005" v="3441" actId="47"/>
        <pc:sldMkLst>
          <pc:docMk/>
          <pc:sldMk cId="2571760986" sldId="3310"/>
        </pc:sldMkLst>
      </pc:sldChg>
      <pc:sldChg chg="add del ord">
        <pc:chgData name="Joan" userId="3d3d9d5ec6c6aee0" providerId="LiveId" clId="{6B6AB9F8-70FC-4AA6-8372-4A3B1F7034C4}" dt="2020-08-28T11:00:28.217" v="6350" actId="47"/>
        <pc:sldMkLst>
          <pc:docMk/>
          <pc:sldMk cId="3991453863" sldId="3310"/>
        </pc:sldMkLst>
      </pc:sldChg>
      <pc:sldChg chg="addSp delSp modSp add del mod">
        <pc:chgData name="Joan" userId="3d3d9d5ec6c6aee0" providerId="LiveId" clId="{6B6AB9F8-70FC-4AA6-8372-4A3B1F7034C4}" dt="2020-08-28T10:05:02.493" v="4461" actId="47"/>
        <pc:sldMkLst>
          <pc:docMk/>
          <pc:sldMk cId="3222340469" sldId="3311"/>
        </pc:sldMkLst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0" creationId="{C25DA83F-5905-46B2-9CAB-03984B8F26A8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1" creationId="{DA9EA710-B5BE-4FB1-B19F-9E73710F70EB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2" creationId="{B92CB908-A9B2-4AD0-8CBF-92301B0EEA8C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3" creationId="{A3F288C3-68A8-40AE-B163-1E592E5A44CA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4" creationId="{16B16A98-B940-4D7C-9DB4-932A1113AB50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5" creationId="{6837DBC6-AD5A-464B-A680-8452175D191F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6" creationId="{67A28101-FBBA-4A88-947E-BC19E436B5A2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7" creationId="{4EE949EF-BCE8-4905-9343-0D800740ADC4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29" creationId="{74C92253-4B99-4097-B643-E2254C819408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0" creationId="{6F1D2BC4-5979-4098-B343-62C5AF918F34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1" creationId="{021A8A36-95B9-4BEB-86F1-A19AE95DD152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2" creationId="{AD1FEF14-E255-4B93-B4C1-98F366E32632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3" creationId="{7F382AE1-04FF-4963-8992-791DEF27DEEC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4" creationId="{B44CF13C-1CF3-4299-B0AD-BE0CEAF5A28B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6" creationId="{60EFDFA8-BE27-474C-8BA2-4AC6148AF22D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7" creationId="{7A3765A5-D98B-4C5C-BCB5-152798CF9DF7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8" creationId="{AE43B1A4-9854-465C-AAD2-42F6897090E8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39" creationId="{85A92C93-4A5A-43FE-8A9F-743CC93E4507}"/>
          </ac:spMkLst>
        </pc:spChg>
        <pc:spChg chg="del">
          <ac:chgData name="Joan" userId="3d3d9d5ec6c6aee0" providerId="LiveId" clId="{6B6AB9F8-70FC-4AA6-8372-4A3B1F7034C4}" dt="2020-08-28T09:40:31.224" v="3935" actId="478"/>
          <ac:spMkLst>
            <pc:docMk/>
            <pc:sldMk cId="3222340469" sldId="3311"/>
            <ac:spMk id="40" creationId="{B2478BB4-89F2-433C-B1DA-E47109E7F09E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45" creationId="{14B34813-8D6F-4C21-9FCA-9C25A0EAD4ED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46" creationId="{F59B52ED-C8C0-458A-9115-09C2D69647A3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47" creationId="{3AEC2895-7FBB-48DD-B433-DCC9E16AADA1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48" creationId="{4C9FCEC3-9A7C-4BC6-92BA-BE12DA96AE43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49" creationId="{8F6CFE19-4593-473A-85B2-7E0A8CFD5DB5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0" creationId="{75694894-7469-4B69-9330-BD473F4A79A2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1" creationId="{E6B08947-FC84-45F9-A6FE-F3CBF226073F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2" creationId="{91ABD254-0FE3-4E28-A671-35A3A491DD35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3" creationId="{70668464-3113-4ED7-94D2-63F9BAE0532F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4" creationId="{D69A55AA-8876-412B-8D4F-A76DD64E2E85}"/>
          </ac:spMkLst>
        </pc:spChg>
        <pc:spChg chg="mod">
          <ac:chgData name="Joan" userId="3d3d9d5ec6c6aee0" providerId="LiveId" clId="{6B6AB9F8-70FC-4AA6-8372-4A3B1F7034C4}" dt="2020-08-28T09:40:07.465" v="3932"/>
          <ac:spMkLst>
            <pc:docMk/>
            <pc:sldMk cId="3222340469" sldId="3311"/>
            <ac:spMk id="55" creationId="{707DB65E-37D8-4283-85CD-230029DD473C}"/>
          </ac:spMkLst>
        </pc:spChg>
        <pc:spChg chg="add del mod">
          <ac:chgData name="Joan" userId="3d3d9d5ec6c6aee0" providerId="LiveId" clId="{6B6AB9F8-70FC-4AA6-8372-4A3B1F7034C4}" dt="2020-08-28T09:40:09.757" v="3933"/>
          <ac:spMkLst>
            <pc:docMk/>
            <pc:sldMk cId="3222340469" sldId="3311"/>
            <ac:spMk id="56" creationId="{FBE9E926-7D71-4A69-906F-4233254C1A32}"/>
          </ac:spMkLst>
        </pc:spChg>
        <pc:spChg chg="add del mod">
          <ac:chgData name="Joan" userId="3d3d9d5ec6c6aee0" providerId="LiveId" clId="{6B6AB9F8-70FC-4AA6-8372-4A3B1F7034C4}" dt="2020-08-28T09:40:09.757" v="3933"/>
          <ac:spMkLst>
            <pc:docMk/>
            <pc:sldMk cId="3222340469" sldId="3311"/>
            <ac:spMk id="57" creationId="{DD961372-01CC-4F2B-98BB-D9407E2A1BCB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4" creationId="{0C66C7D2-193D-402D-9D3D-4C458B2497C9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5" creationId="{9348E04E-C5E6-48DF-A619-0A9BB1036F9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6" creationId="{BD165853-9293-4CAC-8BC8-123992819266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7" creationId="{953E95B8-7FCE-4E4B-A4A0-88425D26DEE5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8" creationId="{C8131D82-F31E-48F1-B874-A18C63A4FD56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69" creationId="{EE95190A-2B03-488E-8E2C-296079A8F502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70" creationId="{776C96DB-0BDE-4133-A0CA-F58839F6FFC8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71" creationId="{5776B1A9-F5CA-48E8-84BE-4E37B710A9A1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72" creationId="{32B4C5FD-C32D-427B-9615-CB65CC69B8C0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73" creationId="{A08345D4-6926-4899-9175-BFF73AFA3B79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74" creationId="{C3B33EE4-B7AA-4BE0-9908-D6DE12C2D8E9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0" creationId="{A03B2F79-9B5E-4E2D-80FC-D185F264207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1" creationId="{F3011F95-83D2-48B9-BBFF-9DA53113F192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2" creationId="{178B1269-827E-4D97-A79F-9A579C26D1FE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3" creationId="{57F6B44C-4334-4B57-8972-D82B5D54FB9D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7" creationId="{E36174D8-561B-4239-96A0-559DD1844E32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8" creationId="{A395B7F9-B282-43E4-834C-7942F5552FE5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89" creationId="{4188D0D4-3A3F-4685-A70C-86541E225D34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0" creationId="{1A50E463-0188-48E6-9D77-37A20F0186B4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2" creationId="{A28CC0B3-6002-433E-9D82-32499F51BE31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3" creationId="{D113305E-B73C-4ADD-93B0-0BBE5795B1D1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4" creationId="{03AB3E04-F22B-4A89-9151-EF76D6C31B4D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5" creationId="{81713206-A61E-437B-9C8C-F14DB10B01D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6" creationId="{200D2B51-7E9B-48F5-A65C-5838B2E97847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7" creationId="{55565196-F642-4CA1-B55F-C97A7669C50C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98" creationId="{BB8E6C32-73EA-4820-A831-FCF0C1166502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0" creationId="{7B39A691-3670-4F2C-9BB9-24ACE41250D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1" creationId="{D2799EB6-5197-4DEB-861F-870647BC214F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2" creationId="{F5BE5F58-C43B-49B5-87F0-AD81E254FAA6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3" creationId="{AD8C0B6C-AD1E-41E9-BFEC-083F6982B8C6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4" creationId="{C2A93551-587C-4E05-8A13-4B295E884DFC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5" creationId="{EF292F3A-025E-41AD-9A50-F50BFC8DC408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6" creationId="{D7450E50-3432-4027-9E65-FB5542E2EE08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7" creationId="{8F06E9F7-7DE2-46BE-BF13-F99F21D1E15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8" creationId="{D45EBE7E-D96D-4467-9F2B-6BCABB31463D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09" creationId="{5C1650D6-F2DE-44D9-844A-87CC6118212A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0" creationId="{9FCEEBE2-A74C-4806-ADEE-777280F3B583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1" creationId="{8A7AAC5B-5A2E-44D3-85A5-5C6DF5C707C4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2" creationId="{81509447-813C-4D9D-816E-A6AB30CF9560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3" creationId="{A0D35DAE-FF7A-4577-A07E-9F6284848287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4" creationId="{DA3EA594-9356-4A9F-B05D-D0CF32820EFF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5" creationId="{36AFCE6F-366A-4C22-9647-C02ADD8DD8D1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6" creationId="{6AFA19A8-70AF-4C04-A705-FC7A5B4D53DD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7" creationId="{1232E48B-2AF0-462D-A5BB-F16CCEBBB741}"/>
          </ac:spMkLst>
        </pc:spChg>
        <pc:spChg chg="mod">
          <ac:chgData name="Joan" userId="3d3d9d5ec6c6aee0" providerId="LiveId" clId="{6B6AB9F8-70FC-4AA6-8372-4A3B1F7034C4}" dt="2020-08-28T09:40:42.459" v="3936"/>
          <ac:spMkLst>
            <pc:docMk/>
            <pc:sldMk cId="3222340469" sldId="3311"/>
            <ac:spMk id="118" creationId="{661DD05B-5C6E-4170-8600-78C6ADF0FA50}"/>
          </ac:spMkLst>
        </pc:spChg>
        <pc:spChg chg="add mod">
          <ac:chgData name="Joan" userId="3d3d9d5ec6c6aee0" providerId="LiveId" clId="{6B6AB9F8-70FC-4AA6-8372-4A3B1F7034C4}" dt="2020-08-28T09:40:53.849" v="3937" actId="1076"/>
          <ac:spMkLst>
            <pc:docMk/>
            <pc:sldMk cId="3222340469" sldId="3311"/>
            <ac:spMk id="119" creationId="{000B9CB2-BC99-4A15-95E2-1054E7E7B21A}"/>
          </ac:spMkLst>
        </pc:spChg>
        <pc:spChg chg="add mod">
          <ac:chgData name="Joan" userId="3d3d9d5ec6c6aee0" providerId="LiveId" clId="{6B6AB9F8-70FC-4AA6-8372-4A3B1F7034C4}" dt="2020-08-28T09:40:53.849" v="3937" actId="1076"/>
          <ac:spMkLst>
            <pc:docMk/>
            <pc:sldMk cId="3222340469" sldId="3311"/>
            <ac:spMk id="120" creationId="{296F1E50-1402-43ED-B94D-7AB2328A0E58}"/>
          </ac:spMkLst>
        </pc:spChg>
        <pc:spChg chg="add mod">
          <ac:chgData name="Joan" userId="3d3d9d5ec6c6aee0" providerId="LiveId" clId="{6B6AB9F8-70FC-4AA6-8372-4A3B1F7034C4}" dt="2020-08-28T09:41:32.558" v="3942" actId="1076"/>
          <ac:spMkLst>
            <pc:docMk/>
            <pc:sldMk cId="3222340469" sldId="3311"/>
            <ac:spMk id="121" creationId="{F75EBF3B-0F53-4040-8F2D-2D9E6598AAE0}"/>
          </ac:spMkLst>
        </pc:spChg>
        <pc:spChg chg="add mod">
          <ac:chgData name="Joan" userId="3d3d9d5ec6c6aee0" providerId="LiveId" clId="{6B6AB9F8-70FC-4AA6-8372-4A3B1F7034C4}" dt="2020-08-28T09:41:32.558" v="3942" actId="1076"/>
          <ac:spMkLst>
            <pc:docMk/>
            <pc:sldMk cId="3222340469" sldId="3311"/>
            <ac:spMk id="122" creationId="{3B4EC124-56BD-418F-AEFC-5AFD50147F2C}"/>
          </ac:spMkLst>
        </pc:spChg>
        <pc:spChg chg="add del mod">
          <ac:chgData name="Joan" userId="3d3d9d5ec6c6aee0" providerId="LiveId" clId="{6B6AB9F8-70FC-4AA6-8372-4A3B1F7034C4}" dt="2020-08-28T09:41:11.473" v="3939" actId="478"/>
          <ac:spMkLst>
            <pc:docMk/>
            <pc:sldMk cId="3222340469" sldId="3311"/>
            <ac:spMk id="123" creationId="{FDE76983-67C5-43FB-92E7-36D3F96930EC}"/>
          </ac:spMkLst>
        </pc:spChg>
        <pc:spChg chg="add del mod">
          <ac:chgData name="Joan" userId="3d3d9d5ec6c6aee0" providerId="LiveId" clId="{6B6AB9F8-70FC-4AA6-8372-4A3B1F7034C4}" dt="2020-08-28T09:41:12.288" v="3940" actId="478"/>
          <ac:spMkLst>
            <pc:docMk/>
            <pc:sldMk cId="3222340469" sldId="3311"/>
            <ac:spMk id="124" creationId="{BC01EFF1-291F-4B69-A2A4-EC5091FA2CCD}"/>
          </ac:spMkLst>
        </pc:spChg>
        <pc:grpChg chg="add del mod">
          <ac:chgData name="Joan" userId="3d3d9d5ec6c6aee0" providerId="LiveId" clId="{6B6AB9F8-70FC-4AA6-8372-4A3B1F7034C4}" dt="2020-08-28T09:40:09.757" v="3933"/>
          <ac:grpSpMkLst>
            <pc:docMk/>
            <pc:sldMk cId="3222340469" sldId="3311"/>
            <ac:grpSpMk id="28" creationId="{3C7C8D4C-0BBB-4C84-AD02-FF5BAC234DE7}"/>
          </ac:grpSpMkLst>
        </pc:grpChg>
        <pc:grpChg chg="mod">
          <ac:chgData name="Joan" userId="3d3d9d5ec6c6aee0" providerId="LiveId" clId="{6B6AB9F8-70FC-4AA6-8372-4A3B1F7034C4}" dt="2020-08-28T09:40:07.465" v="3932"/>
          <ac:grpSpMkLst>
            <pc:docMk/>
            <pc:sldMk cId="3222340469" sldId="3311"/>
            <ac:grpSpMk id="35" creationId="{8D004023-9282-4010-9EC6-1FD36F19DF05}"/>
          </ac:grpSpMkLst>
        </pc:grpChg>
        <pc:grpChg chg="mod">
          <ac:chgData name="Joan" userId="3d3d9d5ec6c6aee0" providerId="LiveId" clId="{6B6AB9F8-70FC-4AA6-8372-4A3B1F7034C4}" dt="2020-08-28T09:40:07.465" v="3932"/>
          <ac:grpSpMkLst>
            <pc:docMk/>
            <pc:sldMk cId="3222340469" sldId="3311"/>
            <ac:grpSpMk id="41" creationId="{CE32FF19-4FA3-4D0A-966C-B75ECE0868F3}"/>
          </ac:grpSpMkLst>
        </pc:grpChg>
        <pc:grpChg chg="mod">
          <ac:chgData name="Joan" userId="3d3d9d5ec6c6aee0" providerId="LiveId" clId="{6B6AB9F8-70FC-4AA6-8372-4A3B1F7034C4}" dt="2020-08-28T09:40:07.465" v="3932"/>
          <ac:grpSpMkLst>
            <pc:docMk/>
            <pc:sldMk cId="3222340469" sldId="3311"/>
            <ac:grpSpMk id="42" creationId="{8E229A75-E17F-4BDE-80E4-92995A4097A2}"/>
          </ac:grpSpMkLst>
        </pc:grpChg>
        <pc:grpChg chg="mod">
          <ac:chgData name="Joan" userId="3d3d9d5ec6c6aee0" providerId="LiveId" clId="{6B6AB9F8-70FC-4AA6-8372-4A3B1F7034C4}" dt="2020-08-28T09:40:07.465" v="3932"/>
          <ac:grpSpMkLst>
            <pc:docMk/>
            <pc:sldMk cId="3222340469" sldId="3311"/>
            <ac:grpSpMk id="43" creationId="{C8B8B62C-A107-412B-8A81-7BDDD02335E9}"/>
          </ac:grpSpMkLst>
        </pc:grpChg>
        <pc:grpChg chg="mod">
          <ac:chgData name="Joan" userId="3d3d9d5ec6c6aee0" providerId="LiveId" clId="{6B6AB9F8-70FC-4AA6-8372-4A3B1F7034C4}" dt="2020-08-28T09:40:07.465" v="3932"/>
          <ac:grpSpMkLst>
            <pc:docMk/>
            <pc:sldMk cId="3222340469" sldId="3311"/>
            <ac:grpSpMk id="44" creationId="{455C47FF-9C98-4C31-8338-F9E0A7D608AB}"/>
          </ac:grpSpMkLst>
        </pc:grpChg>
        <pc:grpChg chg="add 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58" creationId="{DCB21B34-1705-4562-AD49-F0B9194F9E09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59" creationId="{75EF67FC-8E95-4700-B708-C949B507FD60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60" creationId="{CB11D103-9368-4D84-8753-0F5D0544A002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61" creationId="{D3F1FE4A-7CC1-4B2F-8DF5-E425B4248721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62" creationId="{C3709870-551F-4B4F-89A1-8A41541311E5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63" creationId="{D591064D-8530-43D2-88C2-24AAC8A2371A}"/>
          </ac:grpSpMkLst>
        </pc:grpChg>
        <pc:grpChg chg="add mod">
          <ac:chgData name="Joan" userId="3d3d9d5ec6c6aee0" providerId="LiveId" clId="{6B6AB9F8-70FC-4AA6-8372-4A3B1F7034C4}" dt="2020-08-28T09:41:19.424" v="3941" actId="1076"/>
          <ac:grpSpMkLst>
            <pc:docMk/>
            <pc:sldMk cId="3222340469" sldId="3311"/>
            <ac:grpSpMk id="75" creationId="{9AC0AB1C-F63A-4191-A988-7FAD135FC14D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76" creationId="{30EEF21A-0E5C-4055-8E45-3092B3F3F031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77" creationId="{A6050796-6A96-4FC1-BA25-A5AE62327D99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78" creationId="{ACFAB67A-9F79-4771-A92F-12BCE16C13C7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79" creationId="{D60DCC1E-669F-46EA-8C0C-858DF3781CF5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84" creationId="{7A039AAE-4975-4329-A72C-CEAF7B7E0109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85" creationId="{723BFCDD-5FAD-49F8-A5E1-DE03B22D0A12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86" creationId="{E64C52FF-9C38-48CE-82B8-8064C89DBB6A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91" creationId="{26B6F224-08C8-4BAC-A5BF-BE6411BCBC67}"/>
          </ac:grpSpMkLst>
        </pc:grpChg>
        <pc:grpChg chg="mod">
          <ac:chgData name="Joan" userId="3d3d9d5ec6c6aee0" providerId="LiveId" clId="{6B6AB9F8-70FC-4AA6-8372-4A3B1F7034C4}" dt="2020-08-28T09:40:42.459" v="3936"/>
          <ac:grpSpMkLst>
            <pc:docMk/>
            <pc:sldMk cId="3222340469" sldId="3311"/>
            <ac:grpSpMk id="99" creationId="{4F59AD89-5A2F-481E-BA8B-ED2F267863C9}"/>
          </ac:grpSpMkLst>
        </pc:grpChg>
        <pc:cxnChg chg="del">
          <ac:chgData name="Joan" userId="3d3d9d5ec6c6aee0" providerId="LiveId" clId="{6B6AB9F8-70FC-4AA6-8372-4A3B1F7034C4}" dt="2020-08-28T09:40:31.224" v="3935" actId="478"/>
          <ac:cxnSpMkLst>
            <pc:docMk/>
            <pc:sldMk cId="3222340469" sldId="3311"/>
            <ac:cxnSpMk id="14" creationId="{EC2DFE35-0B4B-42F0-ABE0-5B3246F30684}"/>
          </ac:cxnSpMkLst>
        </pc:cxnChg>
        <pc:cxnChg chg="del">
          <ac:chgData name="Joan" userId="3d3d9d5ec6c6aee0" providerId="LiveId" clId="{6B6AB9F8-70FC-4AA6-8372-4A3B1F7034C4}" dt="2020-08-28T09:40:31.224" v="3935" actId="478"/>
          <ac:cxnSpMkLst>
            <pc:docMk/>
            <pc:sldMk cId="3222340469" sldId="3311"/>
            <ac:cxnSpMk id="15" creationId="{2D507D9C-48E7-4B46-B5D6-5338F06D9D3C}"/>
          </ac:cxnSpMkLst>
        </pc:cxnChg>
        <pc:cxnChg chg="del">
          <ac:chgData name="Joan" userId="3d3d9d5ec6c6aee0" providerId="LiveId" clId="{6B6AB9F8-70FC-4AA6-8372-4A3B1F7034C4}" dt="2020-08-28T09:40:31.224" v="3935" actId="478"/>
          <ac:cxnSpMkLst>
            <pc:docMk/>
            <pc:sldMk cId="3222340469" sldId="3311"/>
            <ac:cxnSpMk id="16" creationId="{01758D6D-9721-4B42-8934-71B067920F4E}"/>
          </ac:cxnSpMkLst>
        </pc:cxnChg>
        <pc:cxnChg chg="del">
          <ac:chgData name="Joan" userId="3d3d9d5ec6c6aee0" providerId="LiveId" clId="{6B6AB9F8-70FC-4AA6-8372-4A3B1F7034C4}" dt="2020-08-28T09:40:31.224" v="3935" actId="478"/>
          <ac:cxnSpMkLst>
            <pc:docMk/>
            <pc:sldMk cId="3222340469" sldId="3311"/>
            <ac:cxnSpMk id="17" creationId="{D18AA2F3-E738-4820-AD02-265942B78047}"/>
          </ac:cxnSpMkLst>
        </pc:cxnChg>
      </pc:sldChg>
      <pc:sldChg chg="addSp delSp modSp add mod">
        <pc:chgData name="Joan" userId="3d3d9d5ec6c6aee0" providerId="LiveId" clId="{6B6AB9F8-70FC-4AA6-8372-4A3B1F7034C4}" dt="2020-08-28T11:07:58.511" v="6647" actId="403"/>
        <pc:sldMkLst>
          <pc:docMk/>
          <pc:sldMk cId="3238477867" sldId="3312"/>
        </pc:sldMkLst>
        <pc:spChg chg="add mod">
          <ac:chgData name="Joan" userId="3d3d9d5ec6c6aee0" providerId="LiveId" clId="{6B6AB9F8-70FC-4AA6-8372-4A3B1F7034C4}" dt="2020-08-28T11:07:58.511" v="6647" actId="403"/>
          <ac:spMkLst>
            <pc:docMk/>
            <pc:sldMk cId="3238477867" sldId="3312"/>
            <ac:spMk id="2" creationId="{6B65A6A2-4FBD-451E-8AD2-BD3336EA3329}"/>
          </ac:spMkLst>
        </pc:spChg>
        <pc:spChg chg="add del mod">
          <ac:chgData name="Joan" userId="3d3d9d5ec6c6aee0" providerId="LiveId" clId="{6B6AB9F8-70FC-4AA6-8372-4A3B1F7034C4}" dt="2020-08-28T11:07:58.511" v="6647" actId="403"/>
          <ac:spMkLst>
            <pc:docMk/>
            <pc:sldMk cId="3238477867" sldId="3312"/>
            <ac:spMk id="3" creationId="{80C9492F-A8E5-4740-9C0F-27E45DB723D4}"/>
          </ac:spMkLst>
        </pc:spChg>
        <pc:spChg chg="add mod">
          <ac:chgData name="Joan" userId="3d3d9d5ec6c6aee0" providerId="LiveId" clId="{6B6AB9F8-70FC-4AA6-8372-4A3B1F7034C4}" dt="2020-08-28T10:50:23.348" v="5549" actId="1036"/>
          <ac:spMkLst>
            <pc:docMk/>
            <pc:sldMk cId="3238477867" sldId="3312"/>
            <ac:spMk id="5" creationId="{6851A4F8-BA9F-4564-A0D9-B2B8D63C7B0E}"/>
          </ac:spMkLst>
        </pc:spChg>
        <pc:spChg chg="add mod">
          <ac:chgData name="Joan" userId="3d3d9d5ec6c6aee0" providerId="LiveId" clId="{6B6AB9F8-70FC-4AA6-8372-4A3B1F7034C4}" dt="2020-08-28T10:50:23.348" v="5549" actId="1036"/>
          <ac:spMkLst>
            <pc:docMk/>
            <pc:sldMk cId="3238477867" sldId="3312"/>
            <ac:spMk id="6" creationId="{73EE0066-04BF-4836-8572-5DB5606FD269}"/>
          </ac:spMkLst>
        </pc:spChg>
        <pc:spChg chg="mod">
          <ac:chgData name="Joan" userId="3d3d9d5ec6c6aee0" providerId="LiveId" clId="{6B6AB9F8-70FC-4AA6-8372-4A3B1F7034C4}" dt="2020-08-28T09:45:09.760" v="4213" actId="20577"/>
          <ac:spMkLst>
            <pc:docMk/>
            <pc:sldMk cId="3238477867" sldId="3312"/>
            <ac:spMk id="18" creationId="{23E3D3D4-F6D2-41F8-BBD1-DB82F1330C7B}"/>
          </ac:spMkLst>
        </pc:spChg>
        <pc:spChg chg="del">
          <ac:chgData name="Joan" userId="3d3d9d5ec6c6aee0" providerId="LiveId" clId="{6B6AB9F8-70FC-4AA6-8372-4A3B1F7034C4}" dt="2020-08-28T10:03:32.165" v="4430" actId="478"/>
          <ac:spMkLst>
            <pc:docMk/>
            <pc:sldMk cId="3238477867" sldId="3312"/>
            <ac:spMk id="20" creationId="{C25DA83F-5905-46B2-9CAB-03984B8F26A8}"/>
          </ac:spMkLst>
        </pc:spChg>
        <pc:spChg chg="del mod">
          <ac:chgData name="Joan" userId="3d3d9d5ec6c6aee0" providerId="LiveId" clId="{6B6AB9F8-70FC-4AA6-8372-4A3B1F7034C4}" dt="2020-08-28T10:15:39.746" v="4788" actId="478"/>
          <ac:spMkLst>
            <pc:docMk/>
            <pc:sldMk cId="3238477867" sldId="3312"/>
            <ac:spMk id="21" creationId="{DA9EA710-B5BE-4FB1-B19F-9E73710F70EB}"/>
          </ac:spMkLst>
        </pc:spChg>
        <pc:spChg chg="del mod">
          <ac:chgData name="Joan" userId="3d3d9d5ec6c6aee0" providerId="LiveId" clId="{6B6AB9F8-70FC-4AA6-8372-4A3B1F7034C4}" dt="2020-08-28T10:40:12.952" v="5394" actId="478"/>
          <ac:spMkLst>
            <pc:docMk/>
            <pc:sldMk cId="3238477867" sldId="3312"/>
            <ac:spMk id="22" creationId="{B92CB908-A9B2-4AD0-8CBF-92301B0EEA8C}"/>
          </ac:spMkLst>
        </pc:spChg>
        <pc:spChg chg="del">
          <ac:chgData name="Joan" userId="3d3d9d5ec6c6aee0" providerId="LiveId" clId="{6B6AB9F8-70FC-4AA6-8372-4A3B1F7034C4}" dt="2020-08-28T10:05:32.788" v="4467" actId="478"/>
          <ac:spMkLst>
            <pc:docMk/>
            <pc:sldMk cId="3238477867" sldId="3312"/>
            <ac:spMk id="23" creationId="{A3F288C3-68A8-40AE-B163-1E592E5A44CA}"/>
          </ac:spMkLst>
        </pc:spChg>
        <pc:spChg chg="del mod">
          <ac:chgData name="Joan" userId="3d3d9d5ec6c6aee0" providerId="LiveId" clId="{6B6AB9F8-70FC-4AA6-8372-4A3B1F7034C4}" dt="2020-08-28T10:39:55.227" v="5386" actId="478"/>
          <ac:spMkLst>
            <pc:docMk/>
            <pc:sldMk cId="3238477867" sldId="3312"/>
            <ac:spMk id="24" creationId="{16B16A98-B940-4D7C-9DB4-932A1113AB50}"/>
          </ac:spMkLst>
        </pc:spChg>
        <pc:spChg chg="del mod">
          <ac:chgData name="Joan" userId="3d3d9d5ec6c6aee0" providerId="LiveId" clId="{6B6AB9F8-70FC-4AA6-8372-4A3B1F7034C4}" dt="2020-08-28T10:40:12.952" v="5394" actId="478"/>
          <ac:spMkLst>
            <pc:docMk/>
            <pc:sldMk cId="3238477867" sldId="3312"/>
            <ac:spMk id="25" creationId="{6837DBC6-AD5A-464B-A680-8452175D191F}"/>
          </ac:spMkLst>
        </pc:spChg>
        <pc:spChg chg="del mod">
          <ac:chgData name="Joan" userId="3d3d9d5ec6c6aee0" providerId="LiveId" clId="{6B6AB9F8-70FC-4AA6-8372-4A3B1F7034C4}" dt="2020-08-28T10:40:12.952" v="5394" actId="478"/>
          <ac:spMkLst>
            <pc:docMk/>
            <pc:sldMk cId="3238477867" sldId="3312"/>
            <ac:spMk id="26" creationId="{67A28101-FBBA-4A88-947E-BC19E436B5A2}"/>
          </ac:spMkLst>
        </pc:spChg>
        <pc:spChg chg="del">
          <ac:chgData name="Joan" userId="3d3d9d5ec6c6aee0" providerId="LiveId" clId="{6B6AB9F8-70FC-4AA6-8372-4A3B1F7034C4}" dt="2020-08-28T10:03:00.790" v="4417" actId="478"/>
          <ac:spMkLst>
            <pc:docMk/>
            <pc:sldMk cId="3238477867" sldId="3312"/>
            <ac:spMk id="27" creationId="{4EE949EF-BCE8-4905-9343-0D800740ADC4}"/>
          </ac:spMkLst>
        </pc:spChg>
        <pc:spChg chg="mod">
          <ac:chgData name="Joan" userId="3d3d9d5ec6c6aee0" providerId="LiveId" clId="{6B6AB9F8-70FC-4AA6-8372-4A3B1F7034C4}" dt="2020-08-28T10:52:17.867" v="5612" actId="20577"/>
          <ac:spMkLst>
            <pc:docMk/>
            <pc:sldMk cId="3238477867" sldId="3312"/>
            <ac:spMk id="29" creationId="{74C92253-4B99-4097-B643-E2254C819408}"/>
          </ac:spMkLst>
        </pc:spChg>
        <pc:spChg chg="mod">
          <ac:chgData name="Joan" userId="3d3d9d5ec6c6aee0" providerId="LiveId" clId="{6B6AB9F8-70FC-4AA6-8372-4A3B1F7034C4}" dt="2020-08-28T11:07:58.511" v="6647" actId="403"/>
          <ac:spMkLst>
            <pc:docMk/>
            <pc:sldMk cId="3238477867" sldId="3312"/>
            <ac:spMk id="30" creationId="{6F1D2BC4-5979-4098-B343-62C5AF918F34}"/>
          </ac:spMkLst>
        </pc:spChg>
        <pc:spChg chg="mod">
          <ac:chgData name="Joan" userId="3d3d9d5ec6c6aee0" providerId="LiveId" clId="{6B6AB9F8-70FC-4AA6-8372-4A3B1F7034C4}" dt="2020-08-28T10:50:23.160" v="5548" actId="1076"/>
          <ac:spMkLst>
            <pc:docMk/>
            <pc:sldMk cId="3238477867" sldId="3312"/>
            <ac:spMk id="31" creationId="{021A8A36-95B9-4BEB-86F1-A19AE95DD152}"/>
          </ac:spMkLst>
        </pc:spChg>
        <pc:spChg chg="mod">
          <ac:chgData name="Joan" userId="3d3d9d5ec6c6aee0" providerId="LiveId" clId="{6B6AB9F8-70FC-4AA6-8372-4A3B1F7034C4}" dt="2020-08-28T11:07:58.511" v="6647" actId="403"/>
          <ac:spMkLst>
            <pc:docMk/>
            <pc:sldMk cId="3238477867" sldId="3312"/>
            <ac:spMk id="32" creationId="{AD1FEF14-E255-4B93-B4C1-98F366E32632}"/>
          </ac:spMkLst>
        </pc:spChg>
        <pc:spChg chg="mod">
          <ac:chgData name="Joan" userId="3d3d9d5ec6c6aee0" providerId="LiveId" clId="{6B6AB9F8-70FC-4AA6-8372-4A3B1F7034C4}" dt="2020-08-28T10:30:13.459" v="5355" actId="12"/>
          <ac:spMkLst>
            <pc:docMk/>
            <pc:sldMk cId="3238477867" sldId="3312"/>
            <ac:spMk id="33" creationId="{7F382AE1-04FF-4963-8992-791DEF27DEEC}"/>
          </ac:spMkLst>
        </pc:spChg>
        <pc:spChg chg="mod">
          <ac:chgData name="Joan" userId="3d3d9d5ec6c6aee0" providerId="LiveId" clId="{6B6AB9F8-70FC-4AA6-8372-4A3B1F7034C4}" dt="2020-08-28T10:16:46.128" v="4864" actId="1035"/>
          <ac:spMkLst>
            <pc:docMk/>
            <pc:sldMk cId="3238477867" sldId="3312"/>
            <ac:spMk id="34" creationId="{B44CF13C-1CF3-4299-B0AD-BE0CEAF5A28B}"/>
          </ac:spMkLst>
        </pc:spChg>
        <pc:spChg chg="add del mod">
          <ac:chgData name="Joan" userId="3d3d9d5ec6c6aee0" providerId="LiveId" clId="{6B6AB9F8-70FC-4AA6-8372-4A3B1F7034C4}" dt="2020-08-28T10:24:12.218" v="5149" actId="478"/>
          <ac:spMkLst>
            <pc:docMk/>
            <pc:sldMk cId="3238477867" sldId="3312"/>
            <ac:spMk id="36" creationId="{60EFDFA8-BE27-474C-8BA2-4AC6148AF22D}"/>
          </ac:spMkLst>
        </pc:spChg>
        <pc:spChg chg="mod">
          <ac:chgData name="Joan" userId="3d3d9d5ec6c6aee0" providerId="LiveId" clId="{6B6AB9F8-70FC-4AA6-8372-4A3B1F7034C4}" dt="2020-08-28T10:50:23.348" v="5549" actId="1036"/>
          <ac:spMkLst>
            <pc:docMk/>
            <pc:sldMk cId="3238477867" sldId="3312"/>
            <ac:spMk id="37" creationId="{7A3765A5-D98B-4C5C-BCB5-152798CF9DF7}"/>
          </ac:spMkLst>
        </pc:spChg>
        <pc:spChg chg="del mod">
          <ac:chgData name="Joan" userId="3d3d9d5ec6c6aee0" providerId="LiveId" clId="{6B6AB9F8-70FC-4AA6-8372-4A3B1F7034C4}" dt="2020-08-28T10:43:12.846" v="5437" actId="478"/>
          <ac:spMkLst>
            <pc:docMk/>
            <pc:sldMk cId="3238477867" sldId="3312"/>
            <ac:spMk id="38" creationId="{AE43B1A4-9854-465C-AAD2-42F6897090E8}"/>
          </ac:spMkLst>
        </pc:spChg>
        <pc:spChg chg="del mod">
          <ac:chgData name="Joan" userId="3d3d9d5ec6c6aee0" providerId="LiveId" clId="{6B6AB9F8-70FC-4AA6-8372-4A3B1F7034C4}" dt="2020-08-28T10:39:55.562" v="5387" actId="478"/>
          <ac:spMkLst>
            <pc:docMk/>
            <pc:sldMk cId="3238477867" sldId="3312"/>
            <ac:spMk id="39" creationId="{85A92C93-4A5A-43FE-8A9F-743CC93E4507}"/>
          </ac:spMkLst>
        </pc:spChg>
        <pc:spChg chg="del mod">
          <ac:chgData name="Joan" userId="3d3d9d5ec6c6aee0" providerId="LiveId" clId="{6B6AB9F8-70FC-4AA6-8372-4A3B1F7034C4}" dt="2020-08-28T10:40:12.952" v="5394" actId="478"/>
          <ac:spMkLst>
            <pc:docMk/>
            <pc:sldMk cId="3238477867" sldId="3312"/>
            <ac:spMk id="40" creationId="{B2478BB4-89F2-433C-B1DA-E47109E7F09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47" creationId="{B31128C1-9E05-4211-961C-DAEFCC8DED2A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48" creationId="{5D09FC34-0206-4252-9F40-25ECC086BBE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49" creationId="{9BB98E9F-E245-4C34-BA63-0BBC4053A2AD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0" creationId="{ED00B209-FEF5-4AC0-9E13-7A522C518040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1" creationId="{8184EC5F-B6E0-4EAB-B1EB-D49787CA76E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2" creationId="{E64FED29-3024-4CC4-BF76-67D2F596647F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3" creationId="{7E621404-1AC1-4647-A181-39CC7D3BD4A6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4" creationId="{0E1E3F45-1B9D-4F45-9896-BB8062D332C6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5" creationId="{46582776-70C4-4903-94CE-6D0A2DA98F4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6" creationId="{2F833070-E96F-4887-900A-43C3C01DF29B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57" creationId="{8AF1363F-1C8F-4E86-A5FC-B122B5921A32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63" creationId="{E1FFA5E3-D52B-443F-8F95-FB05944C7BCA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64" creationId="{968E235F-C8FF-4A66-9A90-338536E63A01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65" creationId="{AA5A5B93-8E3A-4DC3-9228-BCCED127EA80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66" creationId="{FD4DC5A2-87F4-4E59-826B-52BD02E4A0AA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0" creationId="{DB2F12A9-0B9C-4D4A-90A5-045D09629F9D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1" creationId="{70E1A554-80F3-4E66-9374-7ADC1F2662E0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2" creationId="{5FB9FE5F-2E6A-48D3-9241-0F41F01CFE0F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3" creationId="{A76AFF4F-949B-4A28-AE33-A7001450B1E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5" creationId="{77CE90AC-96AA-445C-A652-E6BFE729D427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6" creationId="{D590ED11-F17F-490F-8D11-7F2F1880926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7" creationId="{DE065029-74CF-4FB2-A62A-E061235E862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8" creationId="{15A87F88-E411-4C4D-B2A4-D6E2BAEBA077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79" creationId="{75E51B23-65D8-4926-A930-2EECF646369D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0" creationId="{545F93BA-CB1B-43B8-9D06-88042EE54D71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1" creationId="{205991F9-3CC6-49D1-A511-C4DD1549A85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3" creationId="{C396D41D-BB48-4AF4-9822-18EB8AEB62D5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4" creationId="{10EB97C3-91B2-4D41-B10C-2E009700091E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5" creationId="{DF207E1F-C245-4616-8078-46358F87797B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6" creationId="{601D318E-3F7D-4D0A-ADDD-4A7F33B9DCE2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7" creationId="{43055DA6-9C7A-4CA3-942D-39300EB1EF5B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8" creationId="{57380261-F25F-4066-820B-D623AE53387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89" creationId="{C1628B84-3E7E-4E0B-864A-BAE9FEB55E76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0" creationId="{9ECDA618-480C-426A-8835-490A1F05F3DC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1" creationId="{BC82B559-E622-4608-8A9F-F2F59C5B8387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2" creationId="{6566FF82-47CB-426D-B3E0-F21FA47F0F7C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3" creationId="{C83D8EB0-BEA6-412E-8A2A-C6D0FE6EBCDA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4" creationId="{06BF34C9-1C32-4B43-82C6-2F81A058F65D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5" creationId="{F33CB158-A4AD-40A1-8CE7-1A7A4541DFB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6" creationId="{F07D3F5D-B63D-4171-A999-B33D582F6F30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7" creationId="{7648BCB8-EE4E-414F-945C-3D53456B0BFA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8" creationId="{5B96165E-57D8-4A15-A455-6DF274685E42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99" creationId="{52081500-8016-41B6-80EA-80034F0D4465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100" creationId="{D7CB6E6B-5BB4-4DEB-A7D1-50208BF79E09}"/>
          </ac:spMkLst>
        </pc:spChg>
        <pc:spChg chg="mod">
          <ac:chgData name="Joan" userId="3d3d9d5ec6c6aee0" providerId="LiveId" clId="{6B6AB9F8-70FC-4AA6-8372-4A3B1F7034C4}" dt="2020-08-28T10:03:01.637" v="4418"/>
          <ac:spMkLst>
            <pc:docMk/>
            <pc:sldMk cId="3238477867" sldId="3312"/>
            <ac:spMk id="101" creationId="{7F871F1E-E294-452D-9F8A-26A89F62DA9F}"/>
          </ac:spMkLst>
        </pc:spChg>
        <pc:spChg chg="add mod">
          <ac:chgData name="Joan" userId="3d3d9d5ec6c6aee0" providerId="LiveId" clId="{6B6AB9F8-70FC-4AA6-8372-4A3B1F7034C4}" dt="2020-08-28T10:50:23.348" v="5549" actId="1036"/>
          <ac:spMkLst>
            <pc:docMk/>
            <pc:sldMk cId="3238477867" sldId="3312"/>
            <ac:spMk id="102" creationId="{603AAE0A-3D42-43CB-AEFD-F5D05A745186}"/>
          </ac:spMkLst>
        </pc:spChg>
        <pc:spChg chg="add mod">
          <ac:chgData name="Joan" userId="3d3d9d5ec6c6aee0" providerId="LiveId" clId="{6B6AB9F8-70FC-4AA6-8372-4A3B1F7034C4}" dt="2020-08-28T10:50:23.348" v="5549" actId="1036"/>
          <ac:spMkLst>
            <pc:docMk/>
            <pc:sldMk cId="3238477867" sldId="3312"/>
            <ac:spMk id="103" creationId="{39E63B1C-5DE3-493F-904D-F7BB58910445}"/>
          </ac:spMkLst>
        </pc:spChg>
        <pc:spChg chg="add mod">
          <ac:chgData name="Joan" userId="3d3d9d5ec6c6aee0" providerId="LiveId" clId="{6B6AB9F8-70FC-4AA6-8372-4A3B1F7034C4}" dt="2020-08-28T10:52:08.212" v="5605" actId="20577"/>
          <ac:spMkLst>
            <pc:docMk/>
            <pc:sldMk cId="3238477867" sldId="3312"/>
            <ac:spMk id="115" creationId="{1D578617-AF30-4619-B00E-1D5C1BE65F90}"/>
          </ac:spMkLst>
        </pc:spChg>
        <pc:grpChg chg="add mod">
          <ac:chgData name="Joan" userId="3d3d9d5ec6c6aee0" providerId="LiveId" clId="{6B6AB9F8-70FC-4AA6-8372-4A3B1F7034C4}" dt="2020-08-28T10:50:23.348" v="5549" actId="1036"/>
          <ac:grpSpMkLst>
            <pc:docMk/>
            <pc:sldMk cId="3238477867" sldId="3312"/>
            <ac:grpSpMk id="41" creationId="{BFE04387-394E-4686-AA52-3AB82BCE5C6F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42" creationId="{E3370F6B-33B1-4E6C-B9BB-D38C9371CA32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43" creationId="{38575AD4-87EE-4FFF-AE92-979563B6A7C7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44" creationId="{300E6186-3BF7-4A95-ABF8-B5A50A8148CB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45" creationId="{CCA74FC3-D4CE-4539-BE5B-C01C06617961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46" creationId="{A2CD6666-0AC5-4E12-846E-384A4FAAB17B}"/>
          </ac:grpSpMkLst>
        </pc:grpChg>
        <pc:grpChg chg="add mod">
          <ac:chgData name="Joan" userId="3d3d9d5ec6c6aee0" providerId="LiveId" clId="{6B6AB9F8-70FC-4AA6-8372-4A3B1F7034C4}" dt="2020-08-28T10:50:23.348" v="5549" actId="1036"/>
          <ac:grpSpMkLst>
            <pc:docMk/>
            <pc:sldMk cId="3238477867" sldId="3312"/>
            <ac:grpSpMk id="58" creationId="{3D61530E-390A-49D2-BF9B-01C45C768CBB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59" creationId="{A2E456DF-FCB5-4E91-937F-0BD608A1C5E4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0" creationId="{7F5B97FC-16D1-42D0-A867-4CAEE4FCE07B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1" creationId="{78C72395-7034-4BCB-BB3F-2BF9B093C910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2" creationId="{3E2E601A-0305-410F-AC2B-DCA47EF5FFF6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7" creationId="{FF816BC7-F541-462E-96CB-2171CD08F16D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8" creationId="{97C0A60F-E6F2-484E-924D-768249522E36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69" creationId="{5D0EEF42-7C3D-4672-86E5-BBA88A96AEB7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74" creationId="{4EFFB85A-98EF-4003-9847-1D22A6957BE0}"/>
          </ac:grpSpMkLst>
        </pc:grpChg>
        <pc:grpChg chg="mod">
          <ac:chgData name="Joan" userId="3d3d9d5ec6c6aee0" providerId="LiveId" clId="{6B6AB9F8-70FC-4AA6-8372-4A3B1F7034C4}" dt="2020-08-28T10:03:01.637" v="4418"/>
          <ac:grpSpMkLst>
            <pc:docMk/>
            <pc:sldMk cId="3238477867" sldId="3312"/>
            <ac:grpSpMk id="82" creationId="{226612D5-7F42-4306-B372-862C987BC062}"/>
          </ac:grpSpMkLst>
        </pc:grpChg>
        <pc:picChg chg="add mod">
          <ac:chgData name="Joan" userId="3d3d9d5ec6c6aee0" providerId="LiveId" clId="{6B6AB9F8-70FC-4AA6-8372-4A3B1F7034C4}" dt="2020-08-28T10:50:23.348" v="5549" actId="1036"/>
          <ac:picMkLst>
            <pc:docMk/>
            <pc:sldMk cId="3238477867" sldId="3312"/>
            <ac:picMk id="4" creationId="{6B7C1534-07CB-407E-A167-44428A545FAD}"/>
          </ac:picMkLst>
        </pc:picChg>
        <pc:picChg chg="add del mod">
          <ac:chgData name="Joan" userId="3d3d9d5ec6c6aee0" providerId="LiveId" clId="{6B6AB9F8-70FC-4AA6-8372-4A3B1F7034C4}" dt="2020-08-28T10:40:27.367" v="5400" actId="478"/>
          <ac:picMkLst>
            <pc:docMk/>
            <pc:sldMk cId="3238477867" sldId="3312"/>
            <ac:picMk id="8" creationId="{ACA8224C-56C1-4A44-AC3D-DDE8A11AEA07}"/>
          </ac:picMkLst>
        </pc:picChg>
        <pc:picChg chg="add mod">
          <ac:chgData name="Joan" userId="3d3d9d5ec6c6aee0" providerId="LiveId" clId="{6B6AB9F8-70FC-4AA6-8372-4A3B1F7034C4}" dt="2020-08-28T10:45:56.902" v="5485" actId="1037"/>
          <ac:picMkLst>
            <pc:docMk/>
            <pc:sldMk cId="3238477867" sldId="3312"/>
            <ac:picMk id="10" creationId="{173A8D57-06C9-4130-8FE6-27C14F7164E0}"/>
          </ac:picMkLst>
        </pc:picChg>
        <pc:picChg chg="add del mod">
          <ac:chgData name="Joan" userId="3d3d9d5ec6c6aee0" providerId="LiveId" clId="{6B6AB9F8-70FC-4AA6-8372-4A3B1F7034C4}" dt="2020-08-28T10:50:26.784" v="5551" actId="478"/>
          <ac:picMkLst>
            <pc:docMk/>
            <pc:sldMk cId="3238477867" sldId="3312"/>
            <ac:picMk id="123" creationId="{026AA6F7-EBF4-45B4-AA87-75DE83E4B3D0}"/>
          </ac:picMkLst>
        </pc:picChg>
        <pc:cxnChg chg="mod">
          <ac:chgData name="Joan" userId="3d3d9d5ec6c6aee0" providerId="LiveId" clId="{6B6AB9F8-70FC-4AA6-8372-4A3B1F7034C4}" dt="2020-08-28T10:43:59.439" v="5461" actId="14100"/>
          <ac:cxnSpMkLst>
            <pc:docMk/>
            <pc:sldMk cId="3238477867" sldId="3312"/>
            <ac:cxnSpMk id="14" creationId="{EC2DFE35-0B4B-42F0-ABE0-5B3246F30684}"/>
          </ac:cxnSpMkLst>
        </pc:cxnChg>
        <pc:cxnChg chg="mod">
          <ac:chgData name="Joan" userId="3d3d9d5ec6c6aee0" providerId="LiveId" clId="{6B6AB9F8-70FC-4AA6-8372-4A3B1F7034C4}" dt="2020-08-28T10:44:08.768" v="5463" actId="14100"/>
          <ac:cxnSpMkLst>
            <pc:docMk/>
            <pc:sldMk cId="3238477867" sldId="3312"/>
            <ac:cxnSpMk id="15" creationId="{2D507D9C-48E7-4B46-B5D6-5338F06D9D3C}"/>
          </ac:cxnSpMkLst>
        </pc:cxnChg>
        <pc:cxnChg chg="mod">
          <ac:chgData name="Joan" userId="3d3d9d5ec6c6aee0" providerId="LiveId" clId="{6B6AB9F8-70FC-4AA6-8372-4A3B1F7034C4}" dt="2020-08-28T10:46:15.447" v="5490" actId="1038"/>
          <ac:cxnSpMkLst>
            <pc:docMk/>
            <pc:sldMk cId="3238477867" sldId="3312"/>
            <ac:cxnSpMk id="16" creationId="{01758D6D-9721-4B42-8934-71B067920F4E}"/>
          </ac:cxnSpMkLst>
        </pc:cxnChg>
        <pc:cxnChg chg="del mod">
          <ac:chgData name="Joan" userId="3d3d9d5ec6c6aee0" providerId="LiveId" clId="{6B6AB9F8-70FC-4AA6-8372-4A3B1F7034C4}" dt="2020-08-28T10:40:14.899" v="5395" actId="478"/>
          <ac:cxnSpMkLst>
            <pc:docMk/>
            <pc:sldMk cId="3238477867" sldId="3312"/>
            <ac:cxnSpMk id="17" creationId="{D18AA2F3-E738-4820-AD02-265942B78047}"/>
          </ac:cxnSpMkLst>
        </pc:cxnChg>
      </pc:sldChg>
      <pc:sldChg chg="add del">
        <pc:chgData name="Joan" userId="3d3d9d5ec6c6aee0" providerId="LiveId" clId="{6B6AB9F8-70FC-4AA6-8372-4A3B1F7034C4}" dt="2020-08-28T10:10:11.950" v="4645" actId="47"/>
        <pc:sldMkLst>
          <pc:docMk/>
          <pc:sldMk cId="596617287" sldId="3313"/>
        </pc:sldMkLst>
      </pc:sldChg>
      <pc:sldChg chg="modSp add del mod">
        <pc:chgData name="Joan" userId="3d3d9d5ec6c6aee0" providerId="LiveId" clId="{6B6AB9F8-70FC-4AA6-8372-4A3B1F7034C4}" dt="2020-08-28T11:11:44.869" v="6653"/>
        <pc:sldMkLst>
          <pc:docMk/>
          <pc:sldMk cId="1716340098" sldId="3313"/>
        </pc:sldMkLst>
        <pc:spChg chg="mod">
          <ac:chgData name="Joan" userId="3d3d9d5ec6c6aee0" providerId="LiveId" clId="{6B6AB9F8-70FC-4AA6-8372-4A3B1F7034C4}" dt="2020-08-28T11:11:43.979" v="6652" actId="1076"/>
          <ac:spMkLst>
            <pc:docMk/>
            <pc:sldMk cId="1716340098" sldId="3313"/>
            <ac:spMk id="27" creationId="{AC3C61AB-70FA-422B-A514-BE8E80EB7F50}"/>
          </ac:spMkLst>
        </pc:spChg>
      </pc:sldChg>
      <pc:sldMasterChg chg="delSldLayout">
        <pc:chgData name="Joan" userId="3d3d9d5ec6c6aee0" providerId="LiveId" clId="{6B6AB9F8-70FC-4AA6-8372-4A3B1F7034C4}" dt="2020-08-28T11:00:36.449" v="6355" actId="47"/>
        <pc:sldMasterMkLst>
          <pc:docMk/>
          <pc:sldMasterMk cId="3685691612" sldId="2147484184"/>
        </pc:sldMasterMkLst>
        <pc:sldLayoutChg chg="del">
          <pc:chgData name="Joan" userId="3d3d9d5ec6c6aee0" providerId="LiveId" clId="{6B6AB9F8-70FC-4AA6-8372-4A3B1F7034C4}" dt="2020-08-28T11:00:34.416" v="6354" actId="47"/>
          <pc:sldLayoutMkLst>
            <pc:docMk/>
            <pc:sldMasterMk cId="3685691612" sldId="2147484184"/>
            <pc:sldLayoutMk cId="1585577969" sldId="2147484201"/>
          </pc:sldLayoutMkLst>
        </pc:sldLayoutChg>
        <pc:sldLayoutChg chg="del">
          <pc:chgData name="Joan" userId="3d3d9d5ec6c6aee0" providerId="LiveId" clId="{6B6AB9F8-70FC-4AA6-8372-4A3B1F7034C4}" dt="2020-08-28T11:00:36.449" v="6355" actId="47"/>
          <pc:sldLayoutMkLst>
            <pc:docMk/>
            <pc:sldMasterMk cId="3685691612" sldId="2147484184"/>
            <pc:sldLayoutMk cId="1126868242" sldId="214748420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Open Sans Semibold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8/30/2020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Open Sans Semibold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1" i="0" kern="1200">
        <a:solidFill>
          <a:schemeClr val="tx1"/>
        </a:solidFill>
        <a:latin typeface="Open Sans Semibold" charset="0"/>
        <a:ea typeface="+mn-ea"/>
        <a:cs typeface="+mn-cs"/>
      </a:defRPr>
    </a:lvl1pPr>
    <a:lvl2pPr marL="914217" algn="l" defTabSz="914217" rtl="0" eaLnBrk="1" latinLnBrk="0" hangingPunct="1">
      <a:defRPr sz="2400" b="1" i="0" kern="1200">
        <a:solidFill>
          <a:schemeClr val="tx1"/>
        </a:solidFill>
        <a:latin typeface="Open Sans Semibold" charset="0"/>
        <a:ea typeface="+mn-ea"/>
        <a:cs typeface="+mn-cs"/>
      </a:defRPr>
    </a:lvl2pPr>
    <a:lvl3pPr marL="1828434" algn="l" defTabSz="914217" rtl="0" eaLnBrk="1" latinLnBrk="0" hangingPunct="1">
      <a:defRPr sz="2400" b="1" i="0" kern="1200">
        <a:solidFill>
          <a:schemeClr val="tx1"/>
        </a:solidFill>
        <a:latin typeface="Open Sans Semibold" charset="0"/>
        <a:ea typeface="+mn-ea"/>
        <a:cs typeface="+mn-cs"/>
      </a:defRPr>
    </a:lvl3pPr>
    <a:lvl4pPr marL="2742651" algn="l" defTabSz="914217" rtl="0" eaLnBrk="1" latinLnBrk="0" hangingPunct="1">
      <a:defRPr sz="2400" b="1" i="0" kern="1200">
        <a:solidFill>
          <a:schemeClr val="tx1"/>
        </a:solidFill>
        <a:latin typeface="Open Sans Semibold" charset="0"/>
        <a:ea typeface="+mn-ea"/>
        <a:cs typeface="+mn-cs"/>
      </a:defRPr>
    </a:lvl4pPr>
    <a:lvl5pPr marL="3656868" algn="l" defTabSz="914217" rtl="0" eaLnBrk="1" latinLnBrk="0" hangingPunct="1">
      <a:defRPr sz="2400" b="1" i="0" kern="1200">
        <a:solidFill>
          <a:schemeClr val="tx1"/>
        </a:solidFill>
        <a:latin typeface="Open Sans Semibold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08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77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13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7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-3176" y="0"/>
            <a:ext cx="24377651" cy="13716000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42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20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74048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Lay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">
            <a:extLst>
              <a:ext uri="{FF2B5EF4-FFF2-40B4-BE49-F238E27FC236}">
                <a16:creationId xmlns:a16="http://schemas.microsoft.com/office/drawing/2014/main" id="{FEB26418-2BCC-1F4D-9607-762383842187}"/>
              </a:ext>
            </a:extLst>
          </p:cNvPr>
          <p:cNvSpPr/>
          <p:nvPr userDrawn="1"/>
        </p:nvSpPr>
        <p:spPr>
          <a:xfrm rot="317298">
            <a:off x="8266732" y="-878796"/>
            <a:ext cx="18114993" cy="14951077"/>
          </a:xfrm>
          <a:custGeom>
            <a:avLst/>
            <a:gdLst>
              <a:gd name="connsiteX0" fmla="*/ 0 w 4023360"/>
              <a:gd name="connsiteY0" fmla="*/ 1319349 h 2638697"/>
              <a:gd name="connsiteX1" fmla="*/ 2011680 w 4023360"/>
              <a:gd name="connsiteY1" fmla="*/ 0 h 2638697"/>
              <a:gd name="connsiteX2" fmla="*/ 4023360 w 4023360"/>
              <a:gd name="connsiteY2" fmla="*/ 1319349 h 2638697"/>
              <a:gd name="connsiteX3" fmla="*/ 2011680 w 4023360"/>
              <a:gd name="connsiteY3" fmla="*/ 2638698 h 2638697"/>
              <a:gd name="connsiteX4" fmla="*/ 0 w 4023360"/>
              <a:gd name="connsiteY4" fmla="*/ 1319349 h 2638697"/>
              <a:gd name="connsiteX0" fmla="*/ 0 w 4023360"/>
              <a:gd name="connsiteY0" fmla="*/ 1319349 h 2638698"/>
              <a:gd name="connsiteX1" fmla="*/ 2011680 w 4023360"/>
              <a:gd name="connsiteY1" fmla="*/ 0 h 2638698"/>
              <a:gd name="connsiteX2" fmla="*/ 4023360 w 4023360"/>
              <a:gd name="connsiteY2" fmla="*/ 1319349 h 2638698"/>
              <a:gd name="connsiteX3" fmla="*/ 2011680 w 4023360"/>
              <a:gd name="connsiteY3" fmla="*/ 2638698 h 2638698"/>
              <a:gd name="connsiteX4" fmla="*/ 0 w 4023360"/>
              <a:gd name="connsiteY4" fmla="*/ 1319349 h 2638698"/>
              <a:gd name="connsiteX0" fmla="*/ 0 w 4911634"/>
              <a:gd name="connsiteY0" fmla="*/ 1327320 h 2650631"/>
              <a:gd name="connsiteX1" fmla="*/ 2011680 w 4911634"/>
              <a:gd name="connsiteY1" fmla="*/ 7971 h 2650631"/>
              <a:gd name="connsiteX2" fmla="*/ 4911634 w 4911634"/>
              <a:gd name="connsiteY2" fmla="*/ 961560 h 2650631"/>
              <a:gd name="connsiteX3" fmla="*/ 2011680 w 4911634"/>
              <a:gd name="connsiteY3" fmla="*/ 2646669 h 2650631"/>
              <a:gd name="connsiteX4" fmla="*/ 0 w 4911634"/>
              <a:gd name="connsiteY4" fmla="*/ 1327320 h 2650631"/>
              <a:gd name="connsiteX0" fmla="*/ 0 w 5024919"/>
              <a:gd name="connsiteY0" fmla="*/ 2478438 h 4472431"/>
              <a:gd name="connsiteX1" fmla="*/ 2011680 w 5024919"/>
              <a:gd name="connsiteY1" fmla="*/ 1159089 h 4472431"/>
              <a:gd name="connsiteX2" fmla="*/ 4911634 w 5024919"/>
              <a:gd name="connsiteY2" fmla="*/ 2112678 h 4472431"/>
              <a:gd name="connsiteX3" fmla="*/ 2011680 w 5024919"/>
              <a:gd name="connsiteY3" fmla="*/ 3797787 h 4472431"/>
              <a:gd name="connsiteX4" fmla="*/ 0 w 5024919"/>
              <a:gd name="connsiteY4" fmla="*/ 2478438 h 4472431"/>
              <a:gd name="connsiteX0" fmla="*/ 0 w 5018128"/>
              <a:gd name="connsiteY0" fmla="*/ 2659814 h 4824822"/>
              <a:gd name="connsiteX1" fmla="*/ 2011680 w 5018128"/>
              <a:gd name="connsiteY1" fmla="*/ 1340465 h 4824822"/>
              <a:gd name="connsiteX2" fmla="*/ 4911634 w 5018128"/>
              <a:gd name="connsiteY2" fmla="*/ 2294054 h 4824822"/>
              <a:gd name="connsiteX3" fmla="*/ 2011680 w 5018128"/>
              <a:gd name="connsiteY3" fmla="*/ 3979163 h 4824822"/>
              <a:gd name="connsiteX4" fmla="*/ 0 w 5018128"/>
              <a:gd name="connsiteY4" fmla="*/ 2659814 h 4824822"/>
              <a:gd name="connsiteX0" fmla="*/ 828178 w 3064248"/>
              <a:gd name="connsiteY0" fmla="*/ 2632474 h 4825029"/>
              <a:gd name="connsiteX1" fmla="*/ 70533 w 3064248"/>
              <a:gd name="connsiteY1" fmla="*/ 1339250 h 4825029"/>
              <a:gd name="connsiteX2" fmla="*/ 2970487 w 3064248"/>
              <a:gd name="connsiteY2" fmla="*/ 2292839 h 4825029"/>
              <a:gd name="connsiteX3" fmla="*/ 70533 w 3064248"/>
              <a:gd name="connsiteY3" fmla="*/ 3977948 h 4825029"/>
              <a:gd name="connsiteX4" fmla="*/ 828178 w 3064248"/>
              <a:gd name="connsiteY4" fmla="*/ 2632474 h 4825029"/>
              <a:gd name="connsiteX0" fmla="*/ 829487 w 3065557"/>
              <a:gd name="connsiteY0" fmla="*/ 2632474 h 4825029"/>
              <a:gd name="connsiteX1" fmla="*/ 71842 w 3065557"/>
              <a:gd name="connsiteY1" fmla="*/ 1339250 h 4825029"/>
              <a:gd name="connsiteX2" fmla="*/ 2971796 w 3065557"/>
              <a:gd name="connsiteY2" fmla="*/ 2292839 h 4825029"/>
              <a:gd name="connsiteX3" fmla="*/ 71842 w 3065557"/>
              <a:gd name="connsiteY3" fmla="*/ 3977948 h 4825029"/>
              <a:gd name="connsiteX4" fmla="*/ 829487 w 3065557"/>
              <a:gd name="connsiteY4" fmla="*/ 2632474 h 4825029"/>
              <a:gd name="connsiteX0" fmla="*/ 1179865 w 3415935"/>
              <a:gd name="connsiteY0" fmla="*/ 2639782 h 4832337"/>
              <a:gd name="connsiteX1" fmla="*/ 422220 w 3415935"/>
              <a:gd name="connsiteY1" fmla="*/ 1346558 h 4832337"/>
              <a:gd name="connsiteX2" fmla="*/ 3322174 w 3415935"/>
              <a:gd name="connsiteY2" fmla="*/ 2300147 h 4832337"/>
              <a:gd name="connsiteX3" fmla="*/ 422220 w 3415935"/>
              <a:gd name="connsiteY3" fmla="*/ 3985256 h 4832337"/>
              <a:gd name="connsiteX4" fmla="*/ 1179865 w 3415935"/>
              <a:gd name="connsiteY4" fmla="*/ 2639782 h 4832337"/>
              <a:gd name="connsiteX0" fmla="*/ 601577 w 3099980"/>
              <a:gd name="connsiteY0" fmla="*/ 3042691 h 4822127"/>
              <a:gd name="connsiteX1" fmla="*/ 105189 w 3099980"/>
              <a:gd name="connsiteY1" fmla="*/ 1357581 h 4822127"/>
              <a:gd name="connsiteX2" fmla="*/ 3005143 w 3099980"/>
              <a:gd name="connsiteY2" fmla="*/ 2311170 h 4822127"/>
              <a:gd name="connsiteX3" fmla="*/ 105189 w 3099980"/>
              <a:gd name="connsiteY3" fmla="*/ 3996279 h 4822127"/>
              <a:gd name="connsiteX4" fmla="*/ 601577 w 3099980"/>
              <a:gd name="connsiteY4" fmla="*/ 3042691 h 4822127"/>
              <a:gd name="connsiteX0" fmla="*/ 718745 w 3225644"/>
              <a:gd name="connsiteY0" fmla="*/ 3042691 h 4934716"/>
              <a:gd name="connsiteX1" fmla="*/ 222357 w 3225644"/>
              <a:gd name="connsiteY1" fmla="*/ 1357581 h 4934716"/>
              <a:gd name="connsiteX2" fmla="*/ 3122311 w 3225644"/>
              <a:gd name="connsiteY2" fmla="*/ 2311170 h 4934716"/>
              <a:gd name="connsiteX3" fmla="*/ 222357 w 3225644"/>
              <a:gd name="connsiteY3" fmla="*/ 3996279 h 4934716"/>
              <a:gd name="connsiteX4" fmla="*/ 718745 w 3225644"/>
              <a:gd name="connsiteY4" fmla="*/ 3042691 h 4934716"/>
              <a:gd name="connsiteX0" fmla="*/ 718745 w 3225644"/>
              <a:gd name="connsiteY0" fmla="*/ 3042691 h 4934716"/>
              <a:gd name="connsiteX1" fmla="*/ 222357 w 3225644"/>
              <a:gd name="connsiteY1" fmla="*/ 1357581 h 4934716"/>
              <a:gd name="connsiteX2" fmla="*/ 3122311 w 3225644"/>
              <a:gd name="connsiteY2" fmla="*/ 2311170 h 4934716"/>
              <a:gd name="connsiteX3" fmla="*/ 222357 w 3225644"/>
              <a:gd name="connsiteY3" fmla="*/ 3996279 h 4934716"/>
              <a:gd name="connsiteX4" fmla="*/ 718745 w 3225644"/>
              <a:gd name="connsiteY4" fmla="*/ 3042691 h 4934716"/>
              <a:gd name="connsiteX0" fmla="*/ 736869 w 3077870"/>
              <a:gd name="connsiteY0" fmla="*/ 2577793 h 4825445"/>
              <a:gd name="connsiteX1" fmla="*/ 83727 w 3077870"/>
              <a:gd name="connsiteY1" fmla="*/ 1336820 h 4825445"/>
              <a:gd name="connsiteX2" fmla="*/ 2983681 w 3077870"/>
              <a:gd name="connsiteY2" fmla="*/ 2290409 h 4825445"/>
              <a:gd name="connsiteX3" fmla="*/ 83727 w 3077870"/>
              <a:gd name="connsiteY3" fmla="*/ 3975518 h 4825445"/>
              <a:gd name="connsiteX4" fmla="*/ 736869 w 3077870"/>
              <a:gd name="connsiteY4" fmla="*/ 2577793 h 4825445"/>
              <a:gd name="connsiteX0" fmla="*/ 1032631 w 3373632"/>
              <a:gd name="connsiteY0" fmla="*/ 2637043 h 4884695"/>
              <a:gd name="connsiteX1" fmla="*/ 379489 w 3373632"/>
              <a:gd name="connsiteY1" fmla="*/ 1396070 h 4884695"/>
              <a:gd name="connsiteX2" fmla="*/ 3279443 w 3373632"/>
              <a:gd name="connsiteY2" fmla="*/ 2349659 h 4884695"/>
              <a:gd name="connsiteX3" fmla="*/ 379489 w 3373632"/>
              <a:gd name="connsiteY3" fmla="*/ 4034768 h 4884695"/>
              <a:gd name="connsiteX4" fmla="*/ 1032631 w 3373632"/>
              <a:gd name="connsiteY4" fmla="*/ 2637043 h 4884695"/>
              <a:gd name="connsiteX0" fmla="*/ 733719 w 3074720"/>
              <a:gd name="connsiteY0" fmla="*/ 2834616 h 5082268"/>
              <a:gd name="connsiteX1" fmla="*/ 80577 w 3074720"/>
              <a:gd name="connsiteY1" fmla="*/ 1593643 h 5082268"/>
              <a:gd name="connsiteX2" fmla="*/ 2980531 w 3074720"/>
              <a:gd name="connsiteY2" fmla="*/ 2547232 h 5082268"/>
              <a:gd name="connsiteX3" fmla="*/ 80577 w 3074720"/>
              <a:gd name="connsiteY3" fmla="*/ 4232341 h 5082268"/>
              <a:gd name="connsiteX4" fmla="*/ 733719 w 3074720"/>
              <a:gd name="connsiteY4" fmla="*/ 2834616 h 5082268"/>
              <a:gd name="connsiteX0" fmla="*/ 733719 w 3343025"/>
              <a:gd name="connsiteY0" fmla="*/ 1539502 h 3146241"/>
              <a:gd name="connsiteX1" fmla="*/ 80577 w 3343025"/>
              <a:gd name="connsiteY1" fmla="*/ 298529 h 3146241"/>
              <a:gd name="connsiteX2" fmla="*/ 2980531 w 3343025"/>
              <a:gd name="connsiteY2" fmla="*/ 1252118 h 3146241"/>
              <a:gd name="connsiteX3" fmla="*/ 2980531 w 3343025"/>
              <a:gd name="connsiteY3" fmla="*/ 2963350 h 3146241"/>
              <a:gd name="connsiteX4" fmla="*/ 80577 w 3343025"/>
              <a:gd name="connsiteY4" fmla="*/ 2937227 h 3146241"/>
              <a:gd name="connsiteX5" fmla="*/ 733719 w 3343025"/>
              <a:gd name="connsiteY5" fmla="*/ 1539502 h 3146241"/>
              <a:gd name="connsiteX0" fmla="*/ 666819 w 3276125"/>
              <a:gd name="connsiteY0" fmla="*/ 1539502 h 3267085"/>
              <a:gd name="connsiteX1" fmla="*/ 13677 w 3276125"/>
              <a:gd name="connsiteY1" fmla="*/ 298529 h 3267085"/>
              <a:gd name="connsiteX2" fmla="*/ 2913631 w 3276125"/>
              <a:gd name="connsiteY2" fmla="*/ 1252118 h 3267085"/>
              <a:gd name="connsiteX3" fmla="*/ 2913631 w 3276125"/>
              <a:gd name="connsiteY3" fmla="*/ 2963350 h 3267085"/>
              <a:gd name="connsiteX4" fmla="*/ 875826 w 3276125"/>
              <a:gd name="connsiteY4" fmla="*/ 3146233 h 3267085"/>
              <a:gd name="connsiteX5" fmla="*/ 666819 w 3276125"/>
              <a:gd name="connsiteY5" fmla="*/ 1539502 h 3267085"/>
              <a:gd name="connsiteX0" fmla="*/ 743313 w 3339821"/>
              <a:gd name="connsiteY0" fmla="*/ 1277445 h 3005028"/>
              <a:gd name="connsiteX1" fmla="*/ 90171 w 3339821"/>
              <a:gd name="connsiteY1" fmla="*/ 36472 h 3005028"/>
              <a:gd name="connsiteX2" fmla="*/ 2963999 w 3339821"/>
              <a:gd name="connsiteY2" fmla="*/ 545924 h 3005028"/>
              <a:gd name="connsiteX3" fmla="*/ 2990125 w 3339821"/>
              <a:gd name="connsiteY3" fmla="*/ 2701293 h 3005028"/>
              <a:gd name="connsiteX4" fmla="*/ 952320 w 3339821"/>
              <a:gd name="connsiteY4" fmla="*/ 2884176 h 3005028"/>
              <a:gd name="connsiteX5" fmla="*/ 743313 w 3339821"/>
              <a:gd name="connsiteY5" fmla="*/ 1277445 h 3005028"/>
              <a:gd name="connsiteX0" fmla="*/ 743313 w 3349418"/>
              <a:gd name="connsiteY0" fmla="*/ 1258455 h 2986038"/>
              <a:gd name="connsiteX1" fmla="*/ 90171 w 3349418"/>
              <a:gd name="connsiteY1" fmla="*/ 17482 h 2986038"/>
              <a:gd name="connsiteX2" fmla="*/ 2963999 w 3349418"/>
              <a:gd name="connsiteY2" fmla="*/ 526934 h 2986038"/>
              <a:gd name="connsiteX3" fmla="*/ 2990125 w 3349418"/>
              <a:gd name="connsiteY3" fmla="*/ 2682303 h 2986038"/>
              <a:gd name="connsiteX4" fmla="*/ 952320 w 3349418"/>
              <a:gd name="connsiteY4" fmla="*/ 2865186 h 2986038"/>
              <a:gd name="connsiteX5" fmla="*/ 743313 w 3349418"/>
              <a:gd name="connsiteY5" fmla="*/ 1258455 h 2986038"/>
              <a:gd name="connsiteX0" fmla="*/ 743313 w 3989550"/>
              <a:gd name="connsiteY0" fmla="*/ 1415311 h 3142894"/>
              <a:gd name="connsiteX1" fmla="*/ 90171 w 3989550"/>
              <a:gd name="connsiteY1" fmla="*/ 174338 h 3142894"/>
              <a:gd name="connsiteX2" fmla="*/ 2963999 w 3989550"/>
              <a:gd name="connsiteY2" fmla="*/ 683790 h 3142894"/>
              <a:gd name="connsiteX3" fmla="*/ 2990125 w 3989550"/>
              <a:gd name="connsiteY3" fmla="*/ 2839159 h 3142894"/>
              <a:gd name="connsiteX4" fmla="*/ 952320 w 3989550"/>
              <a:gd name="connsiteY4" fmla="*/ 3022042 h 3142894"/>
              <a:gd name="connsiteX5" fmla="*/ 743313 w 3989550"/>
              <a:gd name="connsiteY5" fmla="*/ 1415311 h 3142894"/>
              <a:gd name="connsiteX0" fmla="*/ 1166743 w 3942717"/>
              <a:gd name="connsiteY0" fmla="*/ 1554564 h 3141872"/>
              <a:gd name="connsiteX1" fmla="*/ 43338 w 3942717"/>
              <a:gd name="connsiteY1" fmla="*/ 182962 h 3141872"/>
              <a:gd name="connsiteX2" fmla="*/ 2917166 w 3942717"/>
              <a:gd name="connsiteY2" fmla="*/ 692414 h 3141872"/>
              <a:gd name="connsiteX3" fmla="*/ 2943292 w 3942717"/>
              <a:gd name="connsiteY3" fmla="*/ 2847783 h 3141872"/>
              <a:gd name="connsiteX4" fmla="*/ 905487 w 3942717"/>
              <a:gd name="connsiteY4" fmla="*/ 3030666 h 3141872"/>
              <a:gd name="connsiteX5" fmla="*/ 1166743 w 3942717"/>
              <a:gd name="connsiteY5" fmla="*/ 1554564 h 3141872"/>
              <a:gd name="connsiteX0" fmla="*/ 1158845 w 3934819"/>
              <a:gd name="connsiteY0" fmla="*/ 1554564 h 3141872"/>
              <a:gd name="connsiteX1" fmla="*/ 35440 w 3934819"/>
              <a:gd name="connsiteY1" fmla="*/ 182962 h 3141872"/>
              <a:gd name="connsiteX2" fmla="*/ 2909268 w 3934819"/>
              <a:gd name="connsiteY2" fmla="*/ 692414 h 3141872"/>
              <a:gd name="connsiteX3" fmla="*/ 2935394 w 3934819"/>
              <a:gd name="connsiteY3" fmla="*/ 2847783 h 3141872"/>
              <a:gd name="connsiteX4" fmla="*/ 897589 w 3934819"/>
              <a:gd name="connsiteY4" fmla="*/ 3030666 h 3141872"/>
              <a:gd name="connsiteX5" fmla="*/ 1158845 w 3934819"/>
              <a:gd name="connsiteY5" fmla="*/ 1554564 h 3141872"/>
              <a:gd name="connsiteX0" fmla="*/ 1167874 w 3943848"/>
              <a:gd name="connsiteY0" fmla="*/ 1554564 h 3242971"/>
              <a:gd name="connsiteX1" fmla="*/ 44469 w 3943848"/>
              <a:gd name="connsiteY1" fmla="*/ 182962 h 3242971"/>
              <a:gd name="connsiteX2" fmla="*/ 2918297 w 3943848"/>
              <a:gd name="connsiteY2" fmla="*/ 692414 h 3242971"/>
              <a:gd name="connsiteX3" fmla="*/ 2944423 w 3943848"/>
              <a:gd name="connsiteY3" fmla="*/ 2847783 h 3242971"/>
              <a:gd name="connsiteX4" fmla="*/ 1141749 w 3943848"/>
              <a:gd name="connsiteY4" fmla="*/ 3161294 h 3242971"/>
              <a:gd name="connsiteX5" fmla="*/ 1167874 w 3943848"/>
              <a:gd name="connsiteY5" fmla="*/ 1554564 h 3242971"/>
              <a:gd name="connsiteX0" fmla="*/ 1487757 w 3924096"/>
              <a:gd name="connsiteY0" fmla="*/ 1471006 h 3243408"/>
              <a:gd name="connsiteX1" fmla="*/ 24717 w 3924096"/>
              <a:gd name="connsiteY1" fmla="*/ 177781 h 3243408"/>
              <a:gd name="connsiteX2" fmla="*/ 2898545 w 3924096"/>
              <a:gd name="connsiteY2" fmla="*/ 687233 h 3243408"/>
              <a:gd name="connsiteX3" fmla="*/ 2924671 w 3924096"/>
              <a:gd name="connsiteY3" fmla="*/ 2842602 h 3243408"/>
              <a:gd name="connsiteX4" fmla="*/ 1121997 w 3924096"/>
              <a:gd name="connsiteY4" fmla="*/ 3156113 h 3243408"/>
              <a:gd name="connsiteX5" fmla="*/ 1487757 w 3924096"/>
              <a:gd name="connsiteY5" fmla="*/ 1471006 h 3243408"/>
              <a:gd name="connsiteX0" fmla="*/ 1338981 w 3932075"/>
              <a:gd name="connsiteY0" fmla="*/ 1498856 h 3243257"/>
              <a:gd name="connsiteX1" fmla="*/ 32696 w 3932075"/>
              <a:gd name="connsiteY1" fmla="*/ 179505 h 3243257"/>
              <a:gd name="connsiteX2" fmla="*/ 2906524 w 3932075"/>
              <a:gd name="connsiteY2" fmla="*/ 688957 h 3243257"/>
              <a:gd name="connsiteX3" fmla="*/ 2932650 w 3932075"/>
              <a:gd name="connsiteY3" fmla="*/ 2844326 h 3243257"/>
              <a:gd name="connsiteX4" fmla="*/ 1129976 w 3932075"/>
              <a:gd name="connsiteY4" fmla="*/ 3157837 h 3243257"/>
              <a:gd name="connsiteX5" fmla="*/ 1338981 w 3932075"/>
              <a:gd name="connsiteY5" fmla="*/ 1498856 h 3243257"/>
              <a:gd name="connsiteX0" fmla="*/ 1335658 w 3928752"/>
              <a:gd name="connsiteY0" fmla="*/ 1498856 h 3243257"/>
              <a:gd name="connsiteX1" fmla="*/ 29373 w 3928752"/>
              <a:gd name="connsiteY1" fmla="*/ 179505 h 3243257"/>
              <a:gd name="connsiteX2" fmla="*/ 2903201 w 3928752"/>
              <a:gd name="connsiteY2" fmla="*/ 688957 h 3243257"/>
              <a:gd name="connsiteX3" fmla="*/ 2929327 w 3928752"/>
              <a:gd name="connsiteY3" fmla="*/ 2844326 h 3243257"/>
              <a:gd name="connsiteX4" fmla="*/ 1126653 w 3928752"/>
              <a:gd name="connsiteY4" fmla="*/ 3157837 h 3243257"/>
              <a:gd name="connsiteX5" fmla="*/ 1335658 w 3928752"/>
              <a:gd name="connsiteY5" fmla="*/ 1498856 h 3243257"/>
              <a:gd name="connsiteX0" fmla="*/ 929323 w 2847779"/>
              <a:gd name="connsiteY0" fmla="*/ 1311149 h 3055550"/>
              <a:gd name="connsiteX1" fmla="*/ 42105 w 2847779"/>
              <a:gd name="connsiteY1" fmla="*/ 47397 h 3055550"/>
              <a:gd name="connsiteX2" fmla="*/ 2496866 w 2847779"/>
              <a:gd name="connsiteY2" fmla="*/ 501250 h 3055550"/>
              <a:gd name="connsiteX3" fmla="*/ 2522992 w 2847779"/>
              <a:gd name="connsiteY3" fmla="*/ 2656619 h 3055550"/>
              <a:gd name="connsiteX4" fmla="*/ 720318 w 2847779"/>
              <a:gd name="connsiteY4" fmla="*/ 2970130 h 3055550"/>
              <a:gd name="connsiteX5" fmla="*/ 929323 w 2847779"/>
              <a:gd name="connsiteY5" fmla="*/ 1311149 h 3055550"/>
              <a:gd name="connsiteX0" fmla="*/ 893267 w 2811723"/>
              <a:gd name="connsiteY0" fmla="*/ 1571712 h 3316113"/>
              <a:gd name="connsiteX1" fmla="*/ 6049 w 2811723"/>
              <a:gd name="connsiteY1" fmla="*/ 307960 h 3316113"/>
              <a:gd name="connsiteX2" fmla="*/ 2460810 w 2811723"/>
              <a:gd name="connsiteY2" fmla="*/ 761813 h 3316113"/>
              <a:gd name="connsiteX3" fmla="*/ 2486936 w 2811723"/>
              <a:gd name="connsiteY3" fmla="*/ 2917182 h 3316113"/>
              <a:gd name="connsiteX4" fmla="*/ 684262 w 2811723"/>
              <a:gd name="connsiteY4" fmla="*/ 3230693 h 3316113"/>
              <a:gd name="connsiteX5" fmla="*/ 893267 w 2811723"/>
              <a:gd name="connsiteY5" fmla="*/ 1571712 h 3316113"/>
              <a:gd name="connsiteX0" fmla="*/ 893267 w 2753403"/>
              <a:gd name="connsiteY0" fmla="*/ 1596701 h 3341102"/>
              <a:gd name="connsiteX1" fmla="*/ 6049 w 2753403"/>
              <a:gd name="connsiteY1" fmla="*/ 332949 h 3341102"/>
              <a:gd name="connsiteX2" fmla="*/ 2460810 w 2753403"/>
              <a:gd name="connsiteY2" fmla="*/ 786802 h 3341102"/>
              <a:gd name="connsiteX3" fmla="*/ 2486936 w 2753403"/>
              <a:gd name="connsiteY3" fmla="*/ 2942171 h 3341102"/>
              <a:gd name="connsiteX4" fmla="*/ 684262 w 2753403"/>
              <a:gd name="connsiteY4" fmla="*/ 3255682 h 3341102"/>
              <a:gd name="connsiteX5" fmla="*/ 893267 w 2753403"/>
              <a:gd name="connsiteY5" fmla="*/ 1596701 h 3341102"/>
              <a:gd name="connsiteX0" fmla="*/ 893267 w 2786363"/>
              <a:gd name="connsiteY0" fmla="*/ 1591483 h 3335884"/>
              <a:gd name="connsiteX1" fmla="*/ 6049 w 2786363"/>
              <a:gd name="connsiteY1" fmla="*/ 327731 h 3335884"/>
              <a:gd name="connsiteX2" fmla="*/ 2460810 w 2786363"/>
              <a:gd name="connsiteY2" fmla="*/ 781584 h 3335884"/>
              <a:gd name="connsiteX3" fmla="*/ 2486936 w 2786363"/>
              <a:gd name="connsiteY3" fmla="*/ 2936953 h 3335884"/>
              <a:gd name="connsiteX4" fmla="*/ 684262 w 2786363"/>
              <a:gd name="connsiteY4" fmla="*/ 3250464 h 3335884"/>
              <a:gd name="connsiteX5" fmla="*/ 893267 w 2786363"/>
              <a:gd name="connsiteY5" fmla="*/ 1591483 h 3335884"/>
              <a:gd name="connsiteX0" fmla="*/ 893267 w 2798845"/>
              <a:gd name="connsiteY0" fmla="*/ 1591483 h 3335884"/>
              <a:gd name="connsiteX1" fmla="*/ 6049 w 2798845"/>
              <a:gd name="connsiteY1" fmla="*/ 327731 h 3335884"/>
              <a:gd name="connsiteX2" fmla="*/ 2460810 w 2798845"/>
              <a:gd name="connsiteY2" fmla="*/ 781584 h 3335884"/>
              <a:gd name="connsiteX3" fmla="*/ 2486936 w 2798845"/>
              <a:gd name="connsiteY3" fmla="*/ 2936953 h 3335884"/>
              <a:gd name="connsiteX4" fmla="*/ 684262 w 2798845"/>
              <a:gd name="connsiteY4" fmla="*/ 3250464 h 3335884"/>
              <a:gd name="connsiteX5" fmla="*/ 893267 w 2798845"/>
              <a:gd name="connsiteY5" fmla="*/ 1591483 h 3335884"/>
              <a:gd name="connsiteX0" fmla="*/ 893267 w 2856744"/>
              <a:gd name="connsiteY0" fmla="*/ 1579347 h 3323748"/>
              <a:gd name="connsiteX1" fmla="*/ 6049 w 2856744"/>
              <a:gd name="connsiteY1" fmla="*/ 315595 h 3323748"/>
              <a:gd name="connsiteX2" fmla="*/ 2460810 w 2856744"/>
              <a:gd name="connsiteY2" fmla="*/ 769448 h 3323748"/>
              <a:gd name="connsiteX3" fmla="*/ 2486936 w 2856744"/>
              <a:gd name="connsiteY3" fmla="*/ 2924817 h 3323748"/>
              <a:gd name="connsiteX4" fmla="*/ 684262 w 2856744"/>
              <a:gd name="connsiteY4" fmla="*/ 3238328 h 3323748"/>
              <a:gd name="connsiteX5" fmla="*/ 893267 w 2856744"/>
              <a:gd name="connsiteY5" fmla="*/ 1579347 h 3323748"/>
              <a:gd name="connsiteX0" fmla="*/ 899451 w 2818269"/>
              <a:gd name="connsiteY0" fmla="*/ 1566331 h 3310732"/>
              <a:gd name="connsiteX1" fmla="*/ 6014 w 2818269"/>
              <a:gd name="connsiteY1" fmla="*/ 309205 h 3310732"/>
              <a:gd name="connsiteX2" fmla="*/ 2466994 w 2818269"/>
              <a:gd name="connsiteY2" fmla="*/ 756432 h 3310732"/>
              <a:gd name="connsiteX3" fmla="*/ 2493120 w 2818269"/>
              <a:gd name="connsiteY3" fmla="*/ 2911801 h 3310732"/>
              <a:gd name="connsiteX4" fmla="*/ 690446 w 2818269"/>
              <a:gd name="connsiteY4" fmla="*/ 3225312 h 3310732"/>
              <a:gd name="connsiteX5" fmla="*/ 899451 w 2818269"/>
              <a:gd name="connsiteY5" fmla="*/ 1566331 h 3310732"/>
              <a:gd name="connsiteX0" fmla="*/ 906063 w 2824881"/>
              <a:gd name="connsiteY0" fmla="*/ 1657157 h 3401558"/>
              <a:gd name="connsiteX1" fmla="*/ 12626 w 2824881"/>
              <a:gd name="connsiteY1" fmla="*/ 400031 h 3401558"/>
              <a:gd name="connsiteX2" fmla="*/ 2473606 w 2824881"/>
              <a:gd name="connsiteY2" fmla="*/ 847258 h 3401558"/>
              <a:gd name="connsiteX3" fmla="*/ 2499732 w 2824881"/>
              <a:gd name="connsiteY3" fmla="*/ 3002627 h 3401558"/>
              <a:gd name="connsiteX4" fmla="*/ 697058 w 2824881"/>
              <a:gd name="connsiteY4" fmla="*/ 3316138 h 3401558"/>
              <a:gd name="connsiteX5" fmla="*/ 906063 w 2824881"/>
              <a:gd name="connsiteY5" fmla="*/ 1657157 h 3401558"/>
              <a:gd name="connsiteX0" fmla="*/ 906063 w 2824881"/>
              <a:gd name="connsiteY0" fmla="*/ 1657157 h 3412991"/>
              <a:gd name="connsiteX1" fmla="*/ 12626 w 2824881"/>
              <a:gd name="connsiteY1" fmla="*/ 400031 h 3412991"/>
              <a:gd name="connsiteX2" fmla="*/ 2473606 w 2824881"/>
              <a:gd name="connsiteY2" fmla="*/ 847258 h 3412991"/>
              <a:gd name="connsiteX3" fmla="*/ 2499732 w 2824881"/>
              <a:gd name="connsiteY3" fmla="*/ 3002627 h 3412991"/>
              <a:gd name="connsiteX4" fmla="*/ 697058 w 2824881"/>
              <a:gd name="connsiteY4" fmla="*/ 3316138 h 3412991"/>
              <a:gd name="connsiteX5" fmla="*/ 906063 w 2824881"/>
              <a:gd name="connsiteY5" fmla="*/ 1657157 h 3412991"/>
              <a:gd name="connsiteX0" fmla="*/ 906063 w 2824881"/>
              <a:gd name="connsiteY0" fmla="*/ 1657157 h 3424473"/>
              <a:gd name="connsiteX1" fmla="*/ 12626 w 2824881"/>
              <a:gd name="connsiteY1" fmla="*/ 400031 h 3424473"/>
              <a:gd name="connsiteX2" fmla="*/ 2473606 w 2824881"/>
              <a:gd name="connsiteY2" fmla="*/ 847258 h 3424473"/>
              <a:gd name="connsiteX3" fmla="*/ 2499732 w 2824881"/>
              <a:gd name="connsiteY3" fmla="*/ 3002627 h 3424473"/>
              <a:gd name="connsiteX4" fmla="*/ 697058 w 2824881"/>
              <a:gd name="connsiteY4" fmla="*/ 3316138 h 3424473"/>
              <a:gd name="connsiteX5" fmla="*/ 906063 w 2824881"/>
              <a:gd name="connsiteY5" fmla="*/ 1657157 h 3424473"/>
              <a:gd name="connsiteX0" fmla="*/ 906063 w 2896050"/>
              <a:gd name="connsiteY0" fmla="*/ 1657157 h 3424473"/>
              <a:gd name="connsiteX1" fmla="*/ 12626 w 2896050"/>
              <a:gd name="connsiteY1" fmla="*/ 400031 h 3424473"/>
              <a:gd name="connsiteX2" fmla="*/ 2473606 w 2896050"/>
              <a:gd name="connsiteY2" fmla="*/ 847258 h 3424473"/>
              <a:gd name="connsiteX3" fmla="*/ 2499732 w 2896050"/>
              <a:gd name="connsiteY3" fmla="*/ 3002627 h 3424473"/>
              <a:gd name="connsiteX4" fmla="*/ 697058 w 2896050"/>
              <a:gd name="connsiteY4" fmla="*/ 3316138 h 3424473"/>
              <a:gd name="connsiteX5" fmla="*/ 906063 w 2896050"/>
              <a:gd name="connsiteY5" fmla="*/ 1657157 h 3424473"/>
              <a:gd name="connsiteX0" fmla="*/ 906063 w 2876039"/>
              <a:gd name="connsiteY0" fmla="*/ 1654980 h 3384476"/>
              <a:gd name="connsiteX1" fmla="*/ 12626 w 2876039"/>
              <a:gd name="connsiteY1" fmla="*/ 397854 h 3384476"/>
              <a:gd name="connsiteX2" fmla="*/ 2473606 w 2876039"/>
              <a:gd name="connsiteY2" fmla="*/ 845081 h 3384476"/>
              <a:gd name="connsiteX3" fmla="*/ 2468634 w 2876039"/>
              <a:gd name="connsiteY3" fmla="*/ 2934196 h 3384476"/>
              <a:gd name="connsiteX4" fmla="*/ 697058 w 2876039"/>
              <a:gd name="connsiteY4" fmla="*/ 3313961 h 3384476"/>
              <a:gd name="connsiteX5" fmla="*/ 906063 w 2876039"/>
              <a:gd name="connsiteY5" fmla="*/ 1654980 h 3384476"/>
              <a:gd name="connsiteX0" fmla="*/ 906063 w 2876039"/>
              <a:gd name="connsiteY0" fmla="*/ 1654980 h 3400789"/>
              <a:gd name="connsiteX1" fmla="*/ 12626 w 2876039"/>
              <a:gd name="connsiteY1" fmla="*/ 397854 h 3400789"/>
              <a:gd name="connsiteX2" fmla="*/ 2473606 w 2876039"/>
              <a:gd name="connsiteY2" fmla="*/ 845081 h 3400789"/>
              <a:gd name="connsiteX3" fmla="*/ 2468634 w 2876039"/>
              <a:gd name="connsiteY3" fmla="*/ 2934196 h 3400789"/>
              <a:gd name="connsiteX4" fmla="*/ 697058 w 2876039"/>
              <a:gd name="connsiteY4" fmla="*/ 3313961 h 3400789"/>
              <a:gd name="connsiteX5" fmla="*/ 906063 w 2876039"/>
              <a:gd name="connsiteY5" fmla="*/ 1654980 h 3400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6039" h="3400789">
                <a:moveTo>
                  <a:pt x="906063" y="1654980"/>
                </a:moveTo>
                <a:cubicBezTo>
                  <a:pt x="791991" y="1168962"/>
                  <a:pt x="-117036" y="1337454"/>
                  <a:pt x="12626" y="397854"/>
                </a:cubicBezTo>
                <a:cubicBezTo>
                  <a:pt x="142288" y="-541746"/>
                  <a:pt x="2064271" y="422357"/>
                  <a:pt x="2473606" y="845081"/>
                </a:cubicBezTo>
                <a:cubicBezTo>
                  <a:pt x="2882941" y="1267805"/>
                  <a:pt x="3126110" y="2116687"/>
                  <a:pt x="2468634" y="2934196"/>
                </a:cubicBezTo>
                <a:cubicBezTo>
                  <a:pt x="2035065" y="3327680"/>
                  <a:pt x="957487" y="3527164"/>
                  <a:pt x="697058" y="3313961"/>
                </a:cubicBezTo>
                <a:cubicBezTo>
                  <a:pt x="436630" y="3100758"/>
                  <a:pt x="1020135" y="2140998"/>
                  <a:pt x="906063" y="165498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5ED2753-064B-6540-A8F5-19E6754B0D04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007" y="-1403192"/>
            <a:ext cx="17547215" cy="15303098"/>
          </a:xfrm>
          <a:custGeom>
            <a:avLst/>
            <a:gdLst>
              <a:gd name="connsiteX0" fmla="*/ 2959879 w 17547215"/>
              <a:gd name="connsiteY0" fmla="*/ 330 h 15303098"/>
              <a:gd name="connsiteX1" fmla="*/ 15415768 w 17547215"/>
              <a:gd name="connsiteY1" fmla="*/ 4856861 h 15303098"/>
              <a:gd name="connsiteX2" fmla="*/ 14538076 w 17547215"/>
              <a:gd name="connsiteY2" fmla="*/ 13999372 h 15303098"/>
              <a:gd name="connsiteX3" fmla="*/ 3273257 w 17547215"/>
              <a:gd name="connsiteY3" fmla="*/ 14633406 h 15303098"/>
              <a:gd name="connsiteX4" fmla="*/ 5256310 w 17547215"/>
              <a:gd name="connsiteY4" fmla="*/ 7492313 h 15303098"/>
              <a:gd name="connsiteX5" fmla="*/ 162256 w 17547215"/>
              <a:gd name="connsiteY5" fmla="*/ 1470403 h 15303098"/>
              <a:gd name="connsiteX6" fmla="*/ 2959879 w 17547215"/>
              <a:gd name="connsiteY6" fmla="*/ 330 h 1530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47215" h="15303098">
                <a:moveTo>
                  <a:pt x="2959879" y="330"/>
                </a:moveTo>
                <a:cubicBezTo>
                  <a:pt x="6898589" y="38153"/>
                  <a:pt x="13656226" y="3323366"/>
                  <a:pt x="15415768" y="4856861"/>
                </a:cubicBezTo>
                <a:cubicBezTo>
                  <a:pt x="17811740" y="6945024"/>
                  <a:pt x="18992876" y="10802291"/>
                  <a:pt x="14538076" y="13999372"/>
                </a:cubicBezTo>
                <a:cubicBezTo>
                  <a:pt x="11659386" y="15470208"/>
                  <a:pt x="4820221" y="15717917"/>
                  <a:pt x="3273257" y="14633406"/>
                </a:cubicBezTo>
                <a:cubicBezTo>
                  <a:pt x="1726299" y="13548895"/>
                  <a:pt x="5774810" y="9686147"/>
                  <a:pt x="5256310" y="7492313"/>
                </a:cubicBezTo>
                <a:cubicBezTo>
                  <a:pt x="4737810" y="5298479"/>
                  <a:pt x="-1031682" y="5508364"/>
                  <a:pt x="162256" y="1470403"/>
                </a:cubicBezTo>
                <a:cubicBezTo>
                  <a:pt x="479396" y="397820"/>
                  <a:pt x="1535240" y="-13350"/>
                  <a:pt x="2959879" y="3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6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D5E830-777F-1241-8EF0-368F07DD0EA1}"/>
              </a:ext>
            </a:extLst>
          </p:cNvPr>
          <p:cNvSpPr/>
          <p:nvPr userDrawn="1"/>
        </p:nvSpPr>
        <p:spPr>
          <a:xfrm>
            <a:off x="21867223" y="522514"/>
            <a:ext cx="1018903" cy="13846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76041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-us-slidef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887844" y="12266341"/>
            <a:ext cx="14719610" cy="11820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Open Sans Semibold" charset="0"/>
            </a:endParaRPr>
          </a:p>
        </p:txBody>
      </p:sp>
      <p:sp>
        <p:nvSpPr>
          <p:cNvPr id="6" name="Picture Placeholder 13"/>
          <p:cNvSpPr>
            <a:spLocks noGrp="1"/>
          </p:cNvSpPr>
          <p:nvPr>
            <p:ph type="pic" sz="quarter" idx="60"/>
          </p:nvPr>
        </p:nvSpPr>
        <p:spPr>
          <a:xfrm>
            <a:off x="14273560" y="0"/>
            <a:ext cx="10104089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6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22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A4AAFE7-8FEB-4AA1-B351-FE535753DE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77650" cy="13716000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117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26AC573-A0FE-43BC-B0EF-230F7B7CAD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658" y="6858000"/>
            <a:ext cx="4783015" cy="6858000"/>
          </a:xfrm>
        </p:spPr>
        <p:txBody>
          <a:bodyPr/>
          <a:lstStyle/>
          <a:p>
            <a:endParaRPr lang="es-E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656A123-F6C8-4EB9-81C6-A6A7A17830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46649" y="6858000"/>
            <a:ext cx="7242175" cy="4602163"/>
          </a:xfrm>
        </p:spPr>
        <p:txBody>
          <a:bodyPr/>
          <a:lstStyle/>
          <a:p>
            <a:endParaRPr lang="es-E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039CE50-6C20-4598-BFE0-957AAEF765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7136" y="6858000"/>
            <a:ext cx="14483380" cy="6858000"/>
          </a:xfrm>
          <a:custGeom>
            <a:avLst/>
            <a:gdLst>
              <a:gd name="connsiteX0" fmla="*/ 7405809 w 14483380"/>
              <a:gd name="connsiteY0" fmla="*/ 0 h 6858000"/>
              <a:gd name="connsiteX1" fmla="*/ 9003327 w 14483380"/>
              <a:gd name="connsiteY1" fmla="*/ 0 h 6858000"/>
              <a:gd name="connsiteX2" fmla="*/ 9539409 w 14483380"/>
              <a:gd name="connsiteY2" fmla="*/ 0 h 6858000"/>
              <a:gd name="connsiteX3" fmla="*/ 14483380 w 14483380"/>
              <a:gd name="connsiteY3" fmla="*/ 0 h 6858000"/>
              <a:gd name="connsiteX4" fmla="*/ 14483380 w 14483380"/>
              <a:gd name="connsiteY4" fmla="*/ 6858000 h 6858000"/>
              <a:gd name="connsiteX5" fmla="*/ 9539410 w 14483380"/>
              <a:gd name="connsiteY5" fmla="*/ 6858000 h 6858000"/>
              <a:gd name="connsiteX6" fmla="*/ 9539409 w 14483380"/>
              <a:gd name="connsiteY6" fmla="*/ 6858000 h 6858000"/>
              <a:gd name="connsiteX7" fmla="*/ 9003327 w 14483380"/>
              <a:gd name="connsiteY7" fmla="*/ 6858000 h 6858000"/>
              <a:gd name="connsiteX8" fmla="*/ 7405809 w 14483380"/>
              <a:gd name="connsiteY8" fmla="*/ 6858000 h 6858000"/>
              <a:gd name="connsiteX9" fmla="*/ 0 w 14483380"/>
              <a:gd name="connsiteY9" fmla="*/ 6858000 h 6858000"/>
              <a:gd name="connsiteX10" fmla="*/ 0 w 14483380"/>
              <a:gd name="connsiteY10" fmla="*/ 4766604 h 6858000"/>
              <a:gd name="connsiteX11" fmla="*/ 7405809 w 14483380"/>
              <a:gd name="connsiteY11" fmla="*/ 47666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83380" h="6858000">
                <a:moveTo>
                  <a:pt x="7405809" y="0"/>
                </a:moveTo>
                <a:lnTo>
                  <a:pt x="9003327" y="0"/>
                </a:lnTo>
                <a:lnTo>
                  <a:pt x="9539409" y="0"/>
                </a:lnTo>
                <a:lnTo>
                  <a:pt x="14483380" y="0"/>
                </a:lnTo>
                <a:lnTo>
                  <a:pt x="14483380" y="6858000"/>
                </a:lnTo>
                <a:lnTo>
                  <a:pt x="9539410" y="6858000"/>
                </a:lnTo>
                <a:lnTo>
                  <a:pt x="9539409" y="6858000"/>
                </a:lnTo>
                <a:lnTo>
                  <a:pt x="9003327" y="6858000"/>
                </a:lnTo>
                <a:lnTo>
                  <a:pt x="7405809" y="6858000"/>
                </a:lnTo>
                <a:lnTo>
                  <a:pt x="0" y="6858000"/>
                </a:lnTo>
                <a:lnTo>
                  <a:pt x="0" y="4766604"/>
                </a:lnTo>
                <a:lnTo>
                  <a:pt x="7405809" y="476660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F074F7A-E86E-40B6-9956-B874BFB94D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598175" y="6902314"/>
            <a:ext cx="4779962" cy="3321185"/>
          </a:xfrm>
        </p:spPr>
        <p:txBody>
          <a:bodyPr/>
          <a:lstStyle/>
          <a:p>
            <a:endParaRPr lang="es-ES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46C9DC8B-B7F4-44DA-ACD9-2067A20614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598295" y="10394815"/>
            <a:ext cx="4779962" cy="3321185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50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8EF7272-B083-4B31-B123-D2EBB3EB3C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12359" y="3819190"/>
            <a:ext cx="4821804" cy="4822525"/>
          </a:xfrm>
          <a:custGeom>
            <a:avLst/>
            <a:gdLst>
              <a:gd name="connsiteX0" fmla="*/ 2411490 w 4821804"/>
              <a:gd name="connsiteY0" fmla="*/ 0 h 4822525"/>
              <a:gd name="connsiteX1" fmla="*/ 4810530 w 4821804"/>
              <a:gd name="connsiteY1" fmla="*/ 2164929 h 4822525"/>
              <a:gd name="connsiteX2" fmla="*/ 4821804 w 4821804"/>
              <a:gd name="connsiteY2" fmla="*/ 2388202 h 4822525"/>
              <a:gd name="connsiteX3" fmla="*/ 4821804 w 4821804"/>
              <a:gd name="connsiteY3" fmla="*/ 2434779 h 4822525"/>
              <a:gd name="connsiteX4" fmla="*/ 4810530 w 4821804"/>
              <a:gd name="connsiteY4" fmla="*/ 2658051 h 4822525"/>
              <a:gd name="connsiteX5" fmla="*/ 2658051 w 4821804"/>
              <a:gd name="connsiteY5" fmla="*/ 4810530 h 4822525"/>
              <a:gd name="connsiteX6" fmla="*/ 2420500 w 4821804"/>
              <a:gd name="connsiteY6" fmla="*/ 4822525 h 4822525"/>
              <a:gd name="connsiteX7" fmla="*/ 2402480 w 4821804"/>
              <a:gd name="connsiteY7" fmla="*/ 4822525 h 4822525"/>
              <a:gd name="connsiteX8" fmla="*/ 2164929 w 4821804"/>
              <a:gd name="connsiteY8" fmla="*/ 4810530 h 4822525"/>
              <a:gd name="connsiteX9" fmla="*/ 0 w 4821804"/>
              <a:gd name="connsiteY9" fmla="*/ 2411490 h 4822525"/>
              <a:gd name="connsiteX10" fmla="*/ 2411490 w 4821804"/>
              <a:gd name="connsiteY10" fmla="*/ 0 h 482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1804" h="4822525">
                <a:moveTo>
                  <a:pt x="2411490" y="0"/>
                </a:moveTo>
                <a:cubicBezTo>
                  <a:pt x="3660080" y="0"/>
                  <a:pt x="4687038" y="948921"/>
                  <a:pt x="4810530" y="2164929"/>
                </a:cubicBezTo>
                <a:lnTo>
                  <a:pt x="4821804" y="2388202"/>
                </a:lnTo>
                <a:lnTo>
                  <a:pt x="4821804" y="2434779"/>
                </a:lnTo>
                <a:lnTo>
                  <a:pt x="4810530" y="2658051"/>
                </a:lnTo>
                <a:cubicBezTo>
                  <a:pt x="4695270" y="3792992"/>
                  <a:pt x="3792992" y="4695270"/>
                  <a:pt x="2658051" y="4810530"/>
                </a:cubicBezTo>
                <a:lnTo>
                  <a:pt x="2420500" y="4822525"/>
                </a:lnTo>
                <a:lnTo>
                  <a:pt x="2402480" y="4822525"/>
                </a:lnTo>
                <a:lnTo>
                  <a:pt x="2164929" y="4810530"/>
                </a:lnTo>
                <a:cubicBezTo>
                  <a:pt x="948921" y="4687037"/>
                  <a:pt x="0" y="3660080"/>
                  <a:pt x="0" y="2411490"/>
                </a:cubicBezTo>
                <a:cubicBezTo>
                  <a:pt x="0" y="1079661"/>
                  <a:pt x="1079661" y="0"/>
                  <a:pt x="24114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3F643E6-7722-4605-80FC-DE995091B8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22879" y="3852593"/>
            <a:ext cx="4821804" cy="4822525"/>
          </a:xfrm>
          <a:custGeom>
            <a:avLst/>
            <a:gdLst>
              <a:gd name="connsiteX0" fmla="*/ 2411490 w 4821804"/>
              <a:gd name="connsiteY0" fmla="*/ 0 h 4822525"/>
              <a:gd name="connsiteX1" fmla="*/ 4810530 w 4821804"/>
              <a:gd name="connsiteY1" fmla="*/ 2164929 h 4822525"/>
              <a:gd name="connsiteX2" fmla="*/ 4821804 w 4821804"/>
              <a:gd name="connsiteY2" fmla="*/ 2388202 h 4822525"/>
              <a:gd name="connsiteX3" fmla="*/ 4821804 w 4821804"/>
              <a:gd name="connsiteY3" fmla="*/ 2434779 h 4822525"/>
              <a:gd name="connsiteX4" fmla="*/ 4810530 w 4821804"/>
              <a:gd name="connsiteY4" fmla="*/ 2658051 h 4822525"/>
              <a:gd name="connsiteX5" fmla="*/ 2658051 w 4821804"/>
              <a:gd name="connsiteY5" fmla="*/ 4810530 h 4822525"/>
              <a:gd name="connsiteX6" fmla="*/ 2420500 w 4821804"/>
              <a:gd name="connsiteY6" fmla="*/ 4822525 h 4822525"/>
              <a:gd name="connsiteX7" fmla="*/ 2402480 w 4821804"/>
              <a:gd name="connsiteY7" fmla="*/ 4822525 h 4822525"/>
              <a:gd name="connsiteX8" fmla="*/ 2164929 w 4821804"/>
              <a:gd name="connsiteY8" fmla="*/ 4810530 h 4822525"/>
              <a:gd name="connsiteX9" fmla="*/ 0 w 4821804"/>
              <a:gd name="connsiteY9" fmla="*/ 2411490 h 4822525"/>
              <a:gd name="connsiteX10" fmla="*/ 2411490 w 4821804"/>
              <a:gd name="connsiteY10" fmla="*/ 0 h 482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1804" h="4822525">
                <a:moveTo>
                  <a:pt x="2411490" y="0"/>
                </a:moveTo>
                <a:cubicBezTo>
                  <a:pt x="3660080" y="0"/>
                  <a:pt x="4687038" y="948921"/>
                  <a:pt x="4810530" y="2164929"/>
                </a:cubicBezTo>
                <a:lnTo>
                  <a:pt x="4821804" y="2388202"/>
                </a:lnTo>
                <a:lnTo>
                  <a:pt x="4821804" y="2434779"/>
                </a:lnTo>
                <a:lnTo>
                  <a:pt x="4810530" y="2658051"/>
                </a:lnTo>
                <a:cubicBezTo>
                  <a:pt x="4695270" y="3792992"/>
                  <a:pt x="3792992" y="4695270"/>
                  <a:pt x="2658051" y="4810530"/>
                </a:cubicBezTo>
                <a:lnTo>
                  <a:pt x="2420500" y="4822525"/>
                </a:lnTo>
                <a:lnTo>
                  <a:pt x="2402480" y="4822525"/>
                </a:lnTo>
                <a:lnTo>
                  <a:pt x="2164929" y="4810530"/>
                </a:lnTo>
                <a:cubicBezTo>
                  <a:pt x="948921" y="4687037"/>
                  <a:pt x="0" y="3660080"/>
                  <a:pt x="0" y="2411490"/>
                </a:cubicBezTo>
                <a:cubicBezTo>
                  <a:pt x="0" y="1079661"/>
                  <a:pt x="1079661" y="0"/>
                  <a:pt x="24114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0E7FDCD-814C-4F9E-B4E0-9D01133BB2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431049" y="3852139"/>
            <a:ext cx="4821804" cy="4822525"/>
          </a:xfrm>
          <a:custGeom>
            <a:avLst/>
            <a:gdLst>
              <a:gd name="connsiteX0" fmla="*/ 2411490 w 4821804"/>
              <a:gd name="connsiteY0" fmla="*/ 0 h 4822525"/>
              <a:gd name="connsiteX1" fmla="*/ 4810530 w 4821804"/>
              <a:gd name="connsiteY1" fmla="*/ 2164929 h 4822525"/>
              <a:gd name="connsiteX2" fmla="*/ 4821804 w 4821804"/>
              <a:gd name="connsiteY2" fmla="*/ 2388202 h 4822525"/>
              <a:gd name="connsiteX3" fmla="*/ 4821804 w 4821804"/>
              <a:gd name="connsiteY3" fmla="*/ 2434779 h 4822525"/>
              <a:gd name="connsiteX4" fmla="*/ 4810530 w 4821804"/>
              <a:gd name="connsiteY4" fmla="*/ 2658051 h 4822525"/>
              <a:gd name="connsiteX5" fmla="*/ 2658051 w 4821804"/>
              <a:gd name="connsiteY5" fmla="*/ 4810530 h 4822525"/>
              <a:gd name="connsiteX6" fmla="*/ 2420500 w 4821804"/>
              <a:gd name="connsiteY6" fmla="*/ 4822525 h 4822525"/>
              <a:gd name="connsiteX7" fmla="*/ 2402480 w 4821804"/>
              <a:gd name="connsiteY7" fmla="*/ 4822525 h 4822525"/>
              <a:gd name="connsiteX8" fmla="*/ 2164929 w 4821804"/>
              <a:gd name="connsiteY8" fmla="*/ 4810530 h 4822525"/>
              <a:gd name="connsiteX9" fmla="*/ 0 w 4821804"/>
              <a:gd name="connsiteY9" fmla="*/ 2411490 h 4822525"/>
              <a:gd name="connsiteX10" fmla="*/ 2411490 w 4821804"/>
              <a:gd name="connsiteY10" fmla="*/ 0 h 482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1804" h="4822525">
                <a:moveTo>
                  <a:pt x="2411490" y="0"/>
                </a:moveTo>
                <a:cubicBezTo>
                  <a:pt x="3660080" y="0"/>
                  <a:pt x="4687038" y="948921"/>
                  <a:pt x="4810530" y="2164929"/>
                </a:cubicBezTo>
                <a:lnTo>
                  <a:pt x="4821804" y="2388202"/>
                </a:lnTo>
                <a:lnTo>
                  <a:pt x="4821804" y="2434779"/>
                </a:lnTo>
                <a:lnTo>
                  <a:pt x="4810530" y="2658051"/>
                </a:lnTo>
                <a:cubicBezTo>
                  <a:pt x="4695270" y="3792992"/>
                  <a:pt x="3792992" y="4695270"/>
                  <a:pt x="2658051" y="4810530"/>
                </a:cubicBezTo>
                <a:lnTo>
                  <a:pt x="2420500" y="4822525"/>
                </a:lnTo>
                <a:lnTo>
                  <a:pt x="2402480" y="4822525"/>
                </a:lnTo>
                <a:lnTo>
                  <a:pt x="2164929" y="4810530"/>
                </a:lnTo>
                <a:cubicBezTo>
                  <a:pt x="948921" y="4687037"/>
                  <a:pt x="0" y="3660080"/>
                  <a:pt x="0" y="2411490"/>
                </a:cubicBezTo>
                <a:cubicBezTo>
                  <a:pt x="0" y="1079661"/>
                  <a:pt x="1079661" y="0"/>
                  <a:pt x="24114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6E58234-32DC-4281-A90E-9FF615FFDB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739219" y="3861862"/>
            <a:ext cx="4821804" cy="4822525"/>
          </a:xfrm>
          <a:custGeom>
            <a:avLst/>
            <a:gdLst>
              <a:gd name="connsiteX0" fmla="*/ 2411490 w 4821804"/>
              <a:gd name="connsiteY0" fmla="*/ 0 h 4822525"/>
              <a:gd name="connsiteX1" fmla="*/ 4810530 w 4821804"/>
              <a:gd name="connsiteY1" fmla="*/ 2164929 h 4822525"/>
              <a:gd name="connsiteX2" fmla="*/ 4821804 w 4821804"/>
              <a:gd name="connsiteY2" fmla="*/ 2388202 h 4822525"/>
              <a:gd name="connsiteX3" fmla="*/ 4821804 w 4821804"/>
              <a:gd name="connsiteY3" fmla="*/ 2434779 h 4822525"/>
              <a:gd name="connsiteX4" fmla="*/ 4810530 w 4821804"/>
              <a:gd name="connsiteY4" fmla="*/ 2658051 h 4822525"/>
              <a:gd name="connsiteX5" fmla="*/ 2658051 w 4821804"/>
              <a:gd name="connsiteY5" fmla="*/ 4810530 h 4822525"/>
              <a:gd name="connsiteX6" fmla="*/ 2420500 w 4821804"/>
              <a:gd name="connsiteY6" fmla="*/ 4822525 h 4822525"/>
              <a:gd name="connsiteX7" fmla="*/ 2402480 w 4821804"/>
              <a:gd name="connsiteY7" fmla="*/ 4822525 h 4822525"/>
              <a:gd name="connsiteX8" fmla="*/ 2164929 w 4821804"/>
              <a:gd name="connsiteY8" fmla="*/ 4810530 h 4822525"/>
              <a:gd name="connsiteX9" fmla="*/ 0 w 4821804"/>
              <a:gd name="connsiteY9" fmla="*/ 2411490 h 4822525"/>
              <a:gd name="connsiteX10" fmla="*/ 2411490 w 4821804"/>
              <a:gd name="connsiteY10" fmla="*/ 0 h 482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1804" h="4822525">
                <a:moveTo>
                  <a:pt x="2411490" y="0"/>
                </a:moveTo>
                <a:cubicBezTo>
                  <a:pt x="3660080" y="0"/>
                  <a:pt x="4687038" y="948921"/>
                  <a:pt x="4810530" y="2164929"/>
                </a:cubicBezTo>
                <a:lnTo>
                  <a:pt x="4821804" y="2388202"/>
                </a:lnTo>
                <a:lnTo>
                  <a:pt x="4821804" y="2434779"/>
                </a:lnTo>
                <a:lnTo>
                  <a:pt x="4810530" y="2658051"/>
                </a:lnTo>
                <a:cubicBezTo>
                  <a:pt x="4695270" y="3792992"/>
                  <a:pt x="3792992" y="4695270"/>
                  <a:pt x="2658051" y="4810530"/>
                </a:cubicBezTo>
                <a:lnTo>
                  <a:pt x="2420500" y="4822525"/>
                </a:lnTo>
                <a:lnTo>
                  <a:pt x="2402480" y="4822525"/>
                </a:lnTo>
                <a:lnTo>
                  <a:pt x="2164929" y="4810530"/>
                </a:lnTo>
                <a:cubicBezTo>
                  <a:pt x="948921" y="4687037"/>
                  <a:pt x="0" y="3660080"/>
                  <a:pt x="0" y="2411490"/>
                </a:cubicBezTo>
                <a:cubicBezTo>
                  <a:pt x="0" y="1079661"/>
                  <a:pt x="1079661" y="0"/>
                  <a:pt x="24114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257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75C88E5-33FE-4306-870A-14BBAA1FA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12925" y="3255963"/>
            <a:ext cx="5119688" cy="6381750"/>
          </a:xfrm>
          <a:custGeom>
            <a:avLst/>
            <a:gdLst>
              <a:gd name="connsiteX0" fmla="*/ 0 w 5119688"/>
              <a:gd name="connsiteY0" fmla="*/ 0 h 6381750"/>
              <a:gd name="connsiteX1" fmla="*/ 5119688 w 5119688"/>
              <a:gd name="connsiteY1" fmla="*/ 0 h 6381750"/>
              <a:gd name="connsiteX2" fmla="*/ 5119688 w 5119688"/>
              <a:gd name="connsiteY2" fmla="*/ 6381750 h 6381750"/>
              <a:gd name="connsiteX3" fmla="*/ 1063157 w 5119688"/>
              <a:gd name="connsiteY3" fmla="*/ 6381750 h 6381750"/>
              <a:gd name="connsiteX4" fmla="*/ 0 w 5119688"/>
              <a:gd name="connsiteY4" fmla="*/ 5318593 h 63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9688" h="6381750">
                <a:moveTo>
                  <a:pt x="0" y="0"/>
                </a:moveTo>
                <a:lnTo>
                  <a:pt x="5119688" y="0"/>
                </a:lnTo>
                <a:lnTo>
                  <a:pt x="5119688" y="6381750"/>
                </a:lnTo>
                <a:lnTo>
                  <a:pt x="1063157" y="6381750"/>
                </a:lnTo>
                <a:lnTo>
                  <a:pt x="0" y="53185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9C3241E-0248-4FD0-A411-E8D8CEB187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23100" y="3255264"/>
            <a:ext cx="5119688" cy="6381750"/>
          </a:xfrm>
        </p:spPr>
        <p:txBody>
          <a:bodyPr/>
          <a:lstStyle/>
          <a:p>
            <a:endParaRPr lang="es-ES"/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AFCDC7B4-92B2-418E-AE13-3CBD1FEA1B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904" y="3254565"/>
            <a:ext cx="5119688" cy="6381750"/>
          </a:xfrm>
        </p:spPr>
        <p:txBody>
          <a:bodyPr/>
          <a:lstStyle/>
          <a:p>
            <a:endParaRPr lang="es-E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8A8678E-D769-45B4-B07C-2CCD27E59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451268" y="3255264"/>
            <a:ext cx="5114012" cy="6381750"/>
          </a:xfrm>
          <a:custGeom>
            <a:avLst/>
            <a:gdLst>
              <a:gd name="connsiteX0" fmla="*/ 0 w 5114012"/>
              <a:gd name="connsiteY0" fmla="*/ 0 h 6381750"/>
              <a:gd name="connsiteX1" fmla="*/ 4050240 w 5114012"/>
              <a:gd name="connsiteY1" fmla="*/ 0 h 6381750"/>
              <a:gd name="connsiteX2" fmla="*/ 5114012 w 5114012"/>
              <a:gd name="connsiteY2" fmla="*/ 1063773 h 6381750"/>
              <a:gd name="connsiteX3" fmla="*/ 5114012 w 5114012"/>
              <a:gd name="connsiteY3" fmla="*/ 6381750 h 6381750"/>
              <a:gd name="connsiteX4" fmla="*/ 0 w 5114012"/>
              <a:gd name="connsiteY4" fmla="*/ 6381750 h 63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4012" h="6381750">
                <a:moveTo>
                  <a:pt x="0" y="0"/>
                </a:moveTo>
                <a:lnTo>
                  <a:pt x="4050240" y="0"/>
                </a:lnTo>
                <a:lnTo>
                  <a:pt x="5114012" y="1063773"/>
                </a:lnTo>
                <a:lnTo>
                  <a:pt x="5114012" y="6381750"/>
                </a:lnTo>
                <a:lnTo>
                  <a:pt x="0" y="63817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49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75C88E5-33FE-4306-870A-14BBAA1FAB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812925" y="3255962"/>
            <a:ext cx="5119688" cy="8186460"/>
          </a:xfrm>
          <a:custGeom>
            <a:avLst/>
            <a:gdLst>
              <a:gd name="connsiteX0" fmla="*/ 0 w 5119688"/>
              <a:gd name="connsiteY0" fmla="*/ 0 h 6381750"/>
              <a:gd name="connsiteX1" fmla="*/ 5119688 w 5119688"/>
              <a:gd name="connsiteY1" fmla="*/ 0 h 6381750"/>
              <a:gd name="connsiteX2" fmla="*/ 5119688 w 5119688"/>
              <a:gd name="connsiteY2" fmla="*/ 6381750 h 6381750"/>
              <a:gd name="connsiteX3" fmla="*/ 1063157 w 5119688"/>
              <a:gd name="connsiteY3" fmla="*/ 6381750 h 6381750"/>
              <a:gd name="connsiteX4" fmla="*/ 0 w 5119688"/>
              <a:gd name="connsiteY4" fmla="*/ 5318593 h 63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9688" h="6381750">
                <a:moveTo>
                  <a:pt x="0" y="0"/>
                </a:moveTo>
                <a:lnTo>
                  <a:pt x="5119688" y="0"/>
                </a:lnTo>
                <a:lnTo>
                  <a:pt x="5119688" y="6381750"/>
                </a:lnTo>
                <a:lnTo>
                  <a:pt x="1063157" y="6381750"/>
                </a:lnTo>
                <a:lnTo>
                  <a:pt x="0" y="53185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39C3241E-0248-4FD0-A411-E8D8CEB187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23100" y="3255263"/>
            <a:ext cx="5119688" cy="8186460"/>
          </a:xfrm>
        </p:spPr>
        <p:txBody>
          <a:bodyPr/>
          <a:lstStyle/>
          <a:p>
            <a:endParaRPr lang="es-ES"/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AFCDC7B4-92B2-418E-AE13-3CBD1FEA1B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904" y="3254564"/>
            <a:ext cx="5119688" cy="8186460"/>
          </a:xfrm>
        </p:spPr>
        <p:txBody>
          <a:bodyPr/>
          <a:lstStyle/>
          <a:p>
            <a:endParaRPr lang="es-E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8A8678E-D769-45B4-B07C-2CCD27E598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451268" y="3255263"/>
            <a:ext cx="5114012" cy="8186460"/>
          </a:xfrm>
          <a:custGeom>
            <a:avLst/>
            <a:gdLst>
              <a:gd name="connsiteX0" fmla="*/ 0 w 5114012"/>
              <a:gd name="connsiteY0" fmla="*/ 0 h 6381750"/>
              <a:gd name="connsiteX1" fmla="*/ 4050240 w 5114012"/>
              <a:gd name="connsiteY1" fmla="*/ 0 h 6381750"/>
              <a:gd name="connsiteX2" fmla="*/ 5114012 w 5114012"/>
              <a:gd name="connsiteY2" fmla="*/ 1063773 h 6381750"/>
              <a:gd name="connsiteX3" fmla="*/ 5114012 w 5114012"/>
              <a:gd name="connsiteY3" fmla="*/ 6381750 h 6381750"/>
              <a:gd name="connsiteX4" fmla="*/ 0 w 5114012"/>
              <a:gd name="connsiteY4" fmla="*/ 6381750 h 638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14012" h="6381750">
                <a:moveTo>
                  <a:pt x="0" y="0"/>
                </a:moveTo>
                <a:lnTo>
                  <a:pt x="4050240" y="0"/>
                </a:lnTo>
                <a:lnTo>
                  <a:pt x="5114012" y="1063773"/>
                </a:lnTo>
                <a:lnTo>
                  <a:pt x="5114012" y="6381750"/>
                </a:lnTo>
                <a:lnTo>
                  <a:pt x="0" y="63817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08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62ECC6F-F329-4894-B30C-9DDF87D4C6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74833" y="3259001"/>
            <a:ext cx="4406835" cy="4406835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A961995-D4ED-4EA2-BDF8-2F805F6ED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67909" y="5489027"/>
            <a:ext cx="4406835" cy="4406835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C31DF17-C531-4C0B-A8D1-30EC2E698B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81755" y="5489026"/>
            <a:ext cx="4406835" cy="4406835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293F6089-7C17-41CF-98EF-CCF55D2C53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5562" y="7752579"/>
            <a:ext cx="4406835" cy="4406835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73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62ECC6F-F329-4894-B30C-9DDF87D4C6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95560" y="3664735"/>
            <a:ext cx="6386530" cy="6386530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A961995-D4ED-4EA2-BDF8-2F805F6ED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14372" y="7047080"/>
            <a:ext cx="6386530" cy="6386530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C31DF17-C531-4C0B-A8D1-30EC2E698B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76748" y="7047080"/>
            <a:ext cx="6386530" cy="6386530"/>
          </a:xfrm>
          <a:custGeom>
            <a:avLst/>
            <a:gdLst>
              <a:gd name="connsiteX0" fmla="*/ 2203418 w 4406835"/>
              <a:gd name="connsiteY0" fmla="*/ 0 h 4406835"/>
              <a:gd name="connsiteX1" fmla="*/ 4406835 w 4406835"/>
              <a:gd name="connsiteY1" fmla="*/ 2203418 h 4406835"/>
              <a:gd name="connsiteX2" fmla="*/ 2203418 w 4406835"/>
              <a:gd name="connsiteY2" fmla="*/ 4406835 h 4406835"/>
              <a:gd name="connsiteX3" fmla="*/ 0 w 4406835"/>
              <a:gd name="connsiteY3" fmla="*/ 2203418 h 440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835" h="4406835">
                <a:moveTo>
                  <a:pt x="2203418" y="0"/>
                </a:moveTo>
                <a:lnTo>
                  <a:pt x="4406835" y="2203418"/>
                </a:lnTo>
                <a:lnTo>
                  <a:pt x="2203418" y="4406835"/>
                </a:lnTo>
                <a:lnTo>
                  <a:pt x="0" y="22034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1109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BFDAF8-3800-4B6E-A7B7-41636C715830}"/>
              </a:ext>
            </a:extLst>
          </p:cNvPr>
          <p:cNvSpPr/>
          <p:nvPr userDrawn="1"/>
        </p:nvSpPr>
        <p:spPr>
          <a:xfrm>
            <a:off x="7121704" y="3760699"/>
            <a:ext cx="4972489" cy="620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4458E0-194C-4A31-BE88-B1D05967BF6A}"/>
              </a:ext>
            </a:extLst>
          </p:cNvPr>
          <p:cNvSpPr/>
          <p:nvPr userDrawn="1"/>
        </p:nvSpPr>
        <p:spPr>
          <a:xfrm>
            <a:off x="12432955" y="3760699"/>
            <a:ext cx="4972489" cy="620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47D749-9EC7-43F2-B871-2E04E4A8336A}"/>
              </a:ext>
            </a:extLst>
          </p:cNvPr>
          <p:cNvSpPr/>
          <p:nvPr userDrawn="1"/>
        </p:nvSpPr>
        <p:spPr>
          <a:xfrm>
            <a:off x="17742300" y="3760699"/>
            <a:ext cx="4822979" cy="620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46E869-BC46-47E1-975C-542DA3CD5374}"/>
              </a:ext>
            </a:extLst>
          </p:cNvPr>
          <p:cNvSpPr/>
          <p:nvPr userDrawn="1"/>
        </p:nvSpPr>
        <p:spPr>
          <a:xfrm>
            <a:off x="1812371" y="3760699"/>
            <a:ext cx="4972489" cy="6206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5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ny 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26"/>
          </p:nvPr>
        </p:nvSpPr>
        <p:spPr>
          <a:xfrm>
            <a:off x="8207296" y="0"/>
            <a:ext cx="16170352" cy="13716000"/>
          </a:xfrm>
          <a:custGeom>
            <a:avLst/>
            <a:gdLst>
              <a:gd name="connsiteX0" fmla="*/ 0 w 16170352"/>
              <a:gd name="connsiteY0" fmla="*/ 0 h 13716000"/>
              <a:gd name="connsiteX1" fmla="*/ 7097554 w 16170352"/>
              <a:gd name="connsiteY1" fmla="*/ 0 h 13716000"/>
              <a:gd name="connsiteX2" fmla="*/ 7194481 w 16170352"/>
              <a:gd name="connsiteY2" fmla="*/ 0 h 13716000"/>
              <a:gd name="connsiteX3" fmla="*/ 16170352 w 16170352"/>
              <a:gd name="connsiteY3" fmla="*/ 0 h 13716000"/>
              <a:gd name="connsiteX4" fmla="*/ 16170352 w 16170352"/>
              <a:gd name="connsiteY4" fmla="*/ 13716000 h 13716000"/>
              <a:gd name="connsiteX5" fmla="*/ 14195106 w 16170352"/>
              <a:gd name="connsiteY5" fmla="*/ 13716000 h 13716000"/>
              <a:gd name="connsiteX6" fmla="*/ 7097554 w 16170352"/>
              <a:gd name="connsiteY6" fmla="*/ 13716000 h 13716000"/>
              <a:gd name="connsiteX7" fmla="*/ 7000628 w 16170352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70352" h="13716000">
                <a:moveTo>
                  <a:pt x="0" y="0"/>
                </a:moveTo>
                <a:lnTo>
                  <a:pt x="7097554" y="0"/>
                </a:lnTo>
                <a:lnTo>
                  <a:pt x="7194481" y="0"/>
                </a:lnTo>
                <a:lnTo>
                  <a:pt x="16170352" y="0"/>
                </a:lnTo>
                <a:lnTo>
                  <a:pt x="16170352" y="13716000"/>
                </a:lnTo>
                <a:lnTo>
                  <a:pt x="14195106" y="13716000"/>
                </a:lnTo>
                <a:lnTo>
                  <a:pt x="7097554" y="13716000"/>
                </a:lnTo>
                <a:lnTo>
                  <a:pt x="7000628" y="13716000"/>
                </a:ln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 marL="0" indent="0">
              <a:buNone/>
              <a:defRPr sz="42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13678" y="1070517"/>
            <a:ext cx="4861932" cy="10259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Open Sans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980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sz="quarter" idx="42"/>
          </p:nvPr>
        </p:nvSpPr>
        <p:spPr>
          <a:xfrm>
            <a:off x="7568878" y="4658816"/>
            <a:ext cx="4109392" cy="4766898"/>
          </a:xfrm>
          <a:custGeom>
            <a:avLst/>
            <a:gdLst>
              <a:gd name="connsiteX0" fmla="*/ 2147390 w 4294779"/>
              <a:gd name="connsiteY0" fmla="*/ 0 h 4981947"/>
              <a:gd name="connsiteX1" fmla="*/ 4294779 w 4294779"/>
              <a:gd name="connsiteY1" fmla="*/ 1073695 h 4981947"/>
              <a:gd name="connsiteX2" fmla="*/ 4294779 w 4294779"/>
              <a:gd name="connsiteY2" fmla="*/ 3908252 h 4981947"/>
              <a:gd name="connsiteX3" fmla="*/ 2147390 w 4294779"/>
              <a:gd name="connsiteY3" fmla="*/ 4981947 h 4981947"/>
              <a:gd name="connsiteX4" fmla="*/ 0 w 4294779"/>
              <a:gd name="connsiteY4" fmla="*/ 3908252 h 4981947"/>
              <a:gd name="connsiteX5" fmla="*/ 0 w 4294779"/>
              <a:gd name="connsiteY5" fmla="*/ 1073695 h 498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779" h="4981947">
                <a:moveTo>
                  <a:pt x="2147390" y="0"/>
                </a:moveTo>
                <a:lnTo>
                  <a:pt x="4294779" y="1073695"/>
                </a:lnTo>
                <a:lnTo>
                  <a:pt x="4294779" y="3908252"/>
                </a:lnTo>
                <a:lnTo>
                  <a:pt x="2147390" y="4981947"/>
                </a:lnTo>
                <a:lnTo>
                  <a:pt x="0" y="3908252"/>
                </a:lnTo>
                <a:lnTo>
                  <a:pt x="0" y="1073695"/>
                </a:ln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 marL="0" indent="0">
              <a:buNone/>
              <a:defRPr sz="26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64"/>
          </p:nvPr>
        </p:nvSpPr>
        <p:spPr>
          <a:xfrm>
            <a:off x="12767298" y="4658816"/>
            <a:ext cx="4109392" cy="4766898"/>
          </a:xfrm>
          <a:custGeom>
            <a:avLst/>
            <a:gdLst>
              <a:gd name="connsiteX0" fmla="*/ 2147390 w 4294779"/>
              <a:gd name="connsiteY0" fmla="*/ 0 h 4981947"/>
              <a:gd name="connsiteX1" fmla="*/ 4294779 w 4294779"/>
              <a:gd name="connsiteY1" fmla="*/ 1073695 h 4981947"/>
              <a:gd name="connsiteX2" fmla="*/ 4294779 w 4294779"/>
              <a:gd name="connsiteY2" fmla="*/ 3908252 h 4981947"/>
              <a:gd name="connsiteX3" fmla="*/ 2147390 w 4294779"/>
              <a:gd name="connsiteY3" fmla="*/ 4981947 h 4981947"/>
              <a:gd name="connsiteX4" fmla="*/ 0 w 4294779"/>
              <a:gd name="connsiteY4" fmla="*/ 3908252 h 4981947"/>
              <a:gd name="connsiteX5" fmla="*/ 0 w 4294779"/>
              <a:gd name="connsiteY5" fmla="*/ 1073695 h 498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779" h="4981947">
                <a:moveTo>
                  <a:pt x="2147390" y="0"/>
                </a:moveTo>
                <a:lnTo>
                  <a:pt x="4294779" y="1073695"/>
                </a:lnTo>
                <a:lnTo>
                  <a:pt x="4294779" y="3908252"/>
                </a:lnTo>
                <a:lnTo>
                  <a:pt x="2147390" y="4981947"/>
                </a:lnTo>
                <a:lnTo>
                  <a:pt x="0" y="3908252"/>
                </a:lnTo>
                <a:lnTo>
                  <a:pt x="0" y="1073695"/>
                </a:ln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 marL="0" indent="0">
              <a:buNone/>
              <a:defRPr sz="26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65"/>
          </p:nvPr>
        </p:nvSpPr>
        <p:spPr>
          <a:xfrm>
            <a:off x="17965718" y="4658816"/>
            <a:ext cx="4109392" cy="4766898"/>
          </a:xfrm>
          <a:custGeom>
            <a:avLst/>
            <a:gdLst>
              <a:gd name="connsiteX0" fmla="*/ 2147390 w 4294779"/>
              <a:gd name="connsiteY0" fmla="*/ 0 h 4981947"/>
              <a:gd name="connsiteX1" fmla="*/ 4294779 w 4294779"/>
              <a:gd name="connsiteY1" fmla="*/ 1073695 h 4981947"/>
              <a:gd name="connsiteX2" fmla="*/ 4294779 w 4294779"/>
              <a:gd name="connsiteY2" fmla="*/ 3908252 h 4981947"/>
              <a:gd name="connsiteX3" fmla="*/ 2147390 w 4294779"/>
              <a:gd name="connsiteY3" fmla="*/ 4981947 h 4981947"/>
              <a:gd name="connsiteX4" fmla="*/ 0 w 4294779"/>
              <a:gd name="connsiteY4" fmla="*/ 3908252 h 4981947"/>
              <a:gd name="connsiteX5" fmla="*/ 0 w 4294779"/>
              <a:gd name="connsiteY5" fmla="*/ 1073695 h 498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779" h="4981947">
                <a:moveTo>
                  <a:pt x="2147390" y="0"/>
                </a:moveTo>
                <a:lnTo>
                  <a:pt x="4294779" y="1073695"/>
                </a:lnTo>
                <a:lnTo>
                  <a:pt x="4294779" y="3908252"/>
                </a:lnTo>
                <a:lnTo>
                  <a:pt x="2147390" y="4981947"/>
                </a:lnTo>
                <a:lnTo>
                  <a:pt x="0" y="3908252"/>
                </a:lnTo>
                <a:lnTo>
                  <a:pt x="0" y="1073695"/>
                </a:ln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 marL="0" indent="0">
              <a:buNone/>
              <a:defRPr sz="26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66"/>
          </p:nvPr>
        </p:nvSpPr>
        <p:spPr>
          <a:xfrm>
            <a:off x="2370458" y="4658816"/>
            <a:ext cx="4109392" cy="4766898"/>
          </a:xfrm>
          <a:custGeom>
            <a:avLst/>
            <a:gdLst>
              <a:gd name="connsiteX0" fmla="*/ 2147390 w 4294779"/>
              <a:gd name="connsiteY0" fmla="*/ 0 h 4981947"/>
              <a:gd name="connsiteX1" fmla="*/ 4294779 w 4294779"/>
              <a:gd name="connsiteY1" fmla="*/ 1073695 h 4981947"/>
              <a:gd name="connsiteX2" fmla="*/ 4294779 w 4294779"/>
              <a:gd name="connsiteY2" fmla="*/ 3908252 h 4981947"/>
              <a:gd name="connsiteX3" fmla="*/ 2147390 w 4294779"/>
              <a:gd name="connsiteY3" fmla="*/ 4981947 h 4981947"/>
              <a:gd name="connsiteX4" fmla="*/ 0 w 4294779"/>
              <a:gd name="connsiteY4" fmla="*/ 3908252 h 4981947"/>
              <a:gd name="connsiteX5" fmla="*/ 0 w 4294779"/>
              <a:gd name="connsiteY5" fmla="*/ 1073695 h 4981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94779" h="4981947">
                <a:moveTo>
                  <a:pt x="2147390" y="0"/>
                </a:moveTo>
                <a:lnTo>
                  <a:pt x="4294779" y="1073695"/>
                </a:lnTo>
                <a:lnTo>
                  <a:pt x="4294779" y="3908252"/>
                </a:lnTo>
                <a:lnTo>
                  <a:pt x="2147390" y="4981947"/>
                </a:lnTo>
                <a:lnTo>
                  <a:pt x="0" y="3908252"/>
                </a:lnTo>
                <a:lnTo>
                  <a:pt x="0" y="1073695"/>
                </a:ln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 marL="0" indent="0">
              <a:buNone/>
              <a:defRPr sz="2600" b="1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90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41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 b="0" i="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8/30/2020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 b="0" i="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 b="0" i="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CDB1365-8079-DC4F-A335-CDDF175231F2}"/>
              </a:ext>
            </a:extLst>
          </p:cNvPr>
          <p:cNvSpPr>
            <a:spLocks noChangeAspect="1"/>
          </p:cNvSpPr>
          <p:nvPr userDrawn="1"/>
        </p:nvSpPr>
        <p:spPr>
          <a:xfrm>
            <a:off x="21992621" y="972829"/>
            <a:ext cx="822960" cy="822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Open Sans Semibold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58AC3-0E92-474B-8418-352B0A0ACE2F}"/>
              </a:ext>
            </a:extLst>
          </p:cNvPr>
          <p:cNvSpPr txBox="1"/>
          <p:nvPr userDrawn="1"/>
        </p:nvSpPr>
        <p:spPr>
          <a:xfrm>
            <a:off x="22048903" y="1100415"/>
            <a:ext cx="888630" cy="523184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2200" b="1" i="0" smtClean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pPr algn="ctr"/>
              <a:t>‹#›</a:t>
            </a:fld>
            <a:r>
              <a:rPr lang="id-ID" sz="2200" b="1" i="0" dirty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569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210" r:id="rId3"/>
    <p:sldLayoutId id="2147484198" r:id="rId4"/>
    <p:sldLayoutId id="2147484212" r:id="rId5"/>
    <p:sldLayoutId id="2147484211" r:id="rId6"/>
    <p:sldLayoutId id="2147484213" r:id="rId7"/>
    <p:sldLayoutId id="2147484215" r:id="rId8"/>
    <p:sldLayoutId id="2147484217" r:id="rId9"/>
    <p:sldLayoutId id="2147484216" r:id="rId10"/>
    <p:sldLayoutId id="2147484218" r:id="rId11"/>
    <p:sldLayoutId id="2147484214" r:id="rId12"/>
    <p:sldLayoutId id="2147484200" r:id="rId13"/>
    <p:sldLayoutId id="2147484087" r:id="rId14"/>
    <p:sldLayoutId id="2147484219" r:id="rId15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b="0" i="0" kern="1200">
          <a:solidFill>
            <a:schemeClr val="tx1"/>
          </a:solidFill>
          <a:latin typeface="Open Sans Light" panose="020B0306030504020204" pitchFamily="34" charset="0"/>
          <a:ea typeface="+mn-ea"/>
          <a:cs typeface="+mn-cs"/>
        </a:defRPr>
      </a:lvl1pPr>
      <a:lvl2pPr marL="13712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b="0" i="0" kern="1200">
          <a:solidFill>
            <a:schemeClr val="tx1"/>
          </a:solidFill>
          <a:latin typeface="Open Sans Light" panose="020B0306030504020204" pitchFamily="34" charset="0"/>
          <a:ea typeface="+mn-ea"/>
          <a:cs typeface="+mn-cs"/>
        </a:defRPr>
      </a:lvl2pPr>
      <a:lvl3pPr marL="2285429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b="0" i="0" kern="1200">
          <a:solidFill>
            <a:schemeClr val="tx1"/>
          </a:solidFill>
          <a:latin typeface="Open Sans Light" panose="020B0306030504020204" pitchFamily="34" charset="0"/>
          <a:ea typeface="+mn-ea"/>
          <a:cs typeface="+mn-cs"/>
        </a:defRPr>
      </a:lvl3pPr>
      <a:lvl4pPr marL="3199600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b="0" i="0" kern="1200">
          <a:solidFill>
            <a:schemeClr val="tx1"/>
          </a:solidFill>
          <a:latin typeface="Open Sans Light" panose="020B0306030504020204" pitchFamily="34" charset="0"/>
          <a:ea typeface="+mn-ea"/>
          <a:cs typeface="+mn-cs"/>
        </a:defRPr>
      </a:lvl4pPr>
      <a:lvl5pPr marL="4113771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b="0" i="0" kern="1200">
          <a:solidFill>
            <a:schemeClr val="tx1"/>
          </a:solidFill>
          <a:latin typeface="Open Sans Light" panose="020B0306030504020204" pitchFamily="34" charset="0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https://www.flatworldsolutions.com/healthcare/articles/top-10-applications-of-machine-learning-in-healthcare.php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profile/joan.concha#!/vizhome/final_project_dashboard/Firstdashboard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A4E8E29-F94D-4254-BB92-B4C3977131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7736"/>
          <a:stretch>
            <a:fillRect/>
          </a:stretch>
        </p:blipFill>
        <p:spPr/>
      </p:pic>
      <p:sp>
        <p:nvSpPr>
          <p:cNvPr id="102" name="Rectangle 101"/>
          <p:cNvSpPr/>
          <p:nvPr/>
        </p:nvSpPr>
        <p:spPr>
          <a:xfrm>
            <a:off x="-25483" y="0"/>
            <a:ext cx="24399958" cy="13746751"/>
          </a:xfrm>
          <a:prstGeom prst="rect">
            <a:avLst/>
          </a:prstGeom>
          <a:gradFill flip="none" rotWithShape="1">
            <a:gsLst>
              <a:gs pos="0">
                <a:srgbClr val="0A6FD0">
                  <a:alpha val="90000"/>
                </a:srgbClr>
              </a:gs>
              <a:gs pos="100000">
                <a:schemeClr val="accent2">
                  <a:alpha val="87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Open Sans Semibold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7019163" y="11047342"/>
            <a:ext cx="10333027" cy="1138776"/>
          </a:xfrm>
          <a:prstGeom prst="rect">
            <a:avLst/>
          </a:prstGeom>
        </p:spPr>
        <p:txBody>
          <a:bodyPr vert="horz" wrap="non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pc="600" dirty="0">
                <a:solidFill>
                  <a:schemeClr val="bg1">
                    <a:lumMod val="9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rPr>
              <a:t>FINAL PROJECT</a:t>
            </a:r>
          </a:p>
          <a:p>
            <a:r>
              <a:rPr lang="en-US" spc="600" dirty="0">
                <a:solidFill>
                  <a:schemeClr val="bg1">
                    <a:lumMod val="9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rPr>
              <a:t>Data Analytics Full-Time Bootcamp, June 2020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660972" y="2917736"/>
            <a:ext cx="21027048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 anchorCtr="0">
            <a:spAutoFit/>
          </a:bodyPr>
          <a:lstStyle/>
          <a:p>
            <a:pPr algn="ctr" defTabSz="4572000"/>
            <a:r>
              <a:rPr lang="en-US" sz="13800" spc="35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Bebas Neue" charset="0"/>
              </a:rPr>
              <a:t>Predicting medical specialties</a:t>
            </a:r>
            <a:endParaRPr lang="en-US" sz="13800" spc="3500" dirty="0">
              <a:solidFill>
                <a:schemeClr val="bg1"/>
              </a:solidFill>
              <a:latin typeface="Open Sans Light" charset="0"/>
              <a:ea typeface="Open Sans Light" charset="0"/>
              <a:cs typeface="Open Sans Light" charset="0"/>
              <a:sym typeface="Bebas Neue" charset="0"/>
            </a:endParaRPr>
          </a:p>
        </p:txBody>
      </p:sp>
      <p:pic>
        <p:nvPicPr>
          <p:cNvPr id="3" name="Picture 2" descr="A stop sign&#10;&#10;Description automatically generated">
            <a:extLst>
              <a:ext uri="{FF2B5EF4-FFF2-40B4-BE49-F238E27FC236}">
                <a16:creationId xmlns:a16="http://schemas.microsoft.com/office/drawing/2014/main" id="{188C54C7-282B-4262-A315-3EAC7C4E7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737" y="30749"/>
            <a:ext cx="4922838" cy="492283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69E55BE-A584-42A3-96F4-3FF9706D3D7C}"/>
              </a:ext>
            </a:extLst>
          </p:cNvPr>
          <p:cNvSpPr txBox="1">
            <a:spLocks/>
          </p:cNvSpPr>
          <p:nvPr/>
        </p:nvSpPr>
        <p:spPr>
          <a:xfrm>
            <a:off x="9978964" y="9585600"/>
            <a:ext cx="4419721" cy="68871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spc="600" dirty="0">
                <a:solidFill>
                  <a:schemeClr val="bg1">
                    <a:lumMod val="9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rPr>
              <a:t>JOAN CONCHA</a:t>
            </a:r>
          </a:p>
        </p:txBody>
      </p:sp>
    </p:spTree>
    <p:extLst>
      <p:ext uri="{BB962C8B-B14F-4D97-AF65-F5344CB8AC3E}">
        <p14:creationId xmlns:p14="http://schemas.microsoft.com/office/powerpoint/2010/main" val="46990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3C9F8A-787A-470D-866B-ECD24D12E355}"/>
              </a:ext>
            </a:extLst>
          </p:cNvPr>
          <p:cNvSpPr/>
          <p:nvPr/>
        </p:nvSpPr>
        <p:spPr>
          <a:xfrm>
            <a:off x="17013065" y="0"/>
            <a:ext cx="7364585" cy="13746751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Open Sans Semibold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199D0-1E68-4ED7-ADBA-C44EC9C8821B}"/>
              </a:ext>
            </a:extLst>
          </p:cNvPr>
          <p:cNvSpPr txBox="1"/>
          <p:nvPr/>
        </p:nvSpPr>
        <p:spPr>
          <a:xfrm>
            <a:off x="17013065" y="6469426"/>
            <a:ext cx="4628255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8627A-0D6D-4D43-80A4-55BE1A765F7F}"/>
              </a:ext>
            </a:extLst>
          </p:cNvPr>
          <p:cNvSpPr txBox="1"/>
          <p:nvPr/>
        </p:nvSpPr>
        <p:spPr>
          <a:xfrm>
            <a:off x="1279550" y="3590227"/>
            <a:ext cx="9050363" cy="8894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Machine Learning in Healthcare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Vision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Workflow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Model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Main Difficulties</a:t>
            </a:r>
          </a:p>
          <a:p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Future Perspectives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4A1177-D5ED-474A-BA1A-6818A0ADEC41}"/>
              </a:ext>
            </a:extLst>
          </p:cNvPr>
          <p:cNvSpPr txBox="1"/>
          <p:nvPr/>
        </p:nvSpPr>
        <p:spPr>
          <a:xfrm>
            <a:off x="18452276" y="8096138"/>
            <a:ext cx="2084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98D9E-DAAB-4FD7-9992-334A83755EB5}"/>
              </a:ext>
            </a:extLst>
          </p:cNvPr>
          <p:cNvSpPr txBox="1"/>
          <p:nvPr/>
        </p:nvSpPr>
        <p:spPr>
          <a:xfrm>
            <a:off x="18452276" y="10997528"/>
            <a:ext cx="4645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Results and Discussion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1508C-28E7-4842-B663-B800124D1473}"/>
              </a:ext>
            </a:extLst>
          </p:cNvPr>
          <p:cNvSpPr txBox="1"/>
          <p:nvPr/>
        </p:nvSpPr>
        <p:spPr>
          <a:xfrm>
            <a:off x="18452276" y="9626752"/>
            <a:ext cx="4645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Model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639E5-EA77-4D20-A22A-CDCECD643C29}"/>
              </a:ext>
            </a:extLst>
          </p:cNvPr>
          <p:cNvSpPr txBox="1"/>
          <p:nvPr/>
        </p:nvSpPr>
        <p:spPr>
          <a:xfrm>
            <a:off x="18452276" y="12331853"/>
            <a:ext cx="2636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Future work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5B10037-307A-45F5-BE6B-2FFA95FD0F83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pic>
        <p:nvPicPr>
          <p:cNvPr id="22" name="Picture Placeholder 19">
            <a:extLst>
              <a:ext uri="{FF2B5EF4-FFF2-40B4-BE49-F238E27FC236}">
                <a16:creationId xmlns:a16="http://schemas.microsoft.com/office/drawing/2014/main" id="{AA2746A7-A941-4BFA-B307-49DB6B6A9F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6" t="5056" r="15900" b="1678"/>
          <a:stretch/>
        </p:blipFill>
        <p:spPr>
          <a:xfrm>
            <a:off x="12720837" y="0"/>
            <a:ext cx="11656813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256692-EA42-4B9C-90D0-E30FAFBD7456}"/>
              </a:ext>
            </a:extLst>
          </p:cNvPr>
          <p:cNvSpPr/>
          <p:nvPr/>
        </p:nvSpPr>
        <p:spPr>
          <a:xfrm>
            <a:off x="12720837" y="0"/>
            <a:ext cx="11656813" cy="13746751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latin typeface="Open Sans Semibold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3C61AB-70FA-422B-A514-BE8E80EB7F50}"/>
              </a:ext>
            </a:extLst>
          </p:cNvPr>
          <p:cNvSpPr txBox="1"/>
          <p:nvPr/>
        </p:nvSpPr>
        <p:spPr>
          <a:xfrm>
            <a:off x="16304077" y="6621826"/>
            <a:ext cx="6351034" cy="1477328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96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028098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F4EF909-5003-48BB-AC58-B6192EF5713F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5" t="-3920" r="5394" b="15684"/>
          <a:stretch/>
        </p:blipFill>
        <p:spPr>
          <a:xfrm>
            <a:off x="8750007" y="-1403192"/>
            <a:ext cx="17547215" cy="1530309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CC6D2B-E5F7-45DF-9686-52C50E582EEC}"/>
              </a:ext>
            </a:extLst>
          </p:cNvPr>
          <p:cNvSpPr>
            <a:spLocks/>
          </p:cNvSpPr>
          <p:nvPr/>
        </p:nvSpPr>
        <p:spPr bwMode="auto">
          <a:xfrm>
            <a:off x="602694" y="4209618"/>
            <a:ext cx="15370362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4572000"/>
            <a:r>
              <a:rPr lang="en-US" sz="10500" b="1" spc="17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Bebas Neue" charset="0"/>
              </a:rPr>
              <a:t>Machine Learning </a:t>
            </a:r>
          </a:p>
          <a:p>
            <a:pPr defTabSz="4572000"/>
            <a:r>
              <a:rPr lang="en-US" sz="10500" b="1" spc="17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Bebas Neue" charset="0"/>
              </a:rPr>
              <a:t>for Healthcare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BB5AD22-DA3F-4569-B983-40664927027E}"/>
              </a:ext>
            </a:extLst>
          </p:cNvPr>
          <p:cNvSpPr txBox="1">
            <a:spLocks/>
          </p:cNvSpPr>
          <p:nvPr/>
        </p:nvSpPr>
        <p:spPr>
          <a:xfrm>
            <a:off x="926544" y="8397556"/>
            <a:ext cx="10306506" cy="1240599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200"/>
              </a:lnSpc>
            </a:pP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Machine learning in healthcare is one such area which is seeing gradual acceptance in the healthcare industry.</a:t>
            </a:r>
          </a:p>
        </p:txBody>
      </p:sp>
    </p:spTree>
    <p:extLst>
      <p:ext uri="{BB962C8B-B14F-4D97-AF65-F5344CB8AC3E}">
        <p14:creationId xmlns:p14="http://schemas.microsoft.com/office/powerpoint/2010/main" val="31543269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8190A-D0BC-4256-B7C9-424C2C3EE196}"/>
              </a:ext>
            </a:extLst>
          </p:cNvPr>
          <p:cNvSpPr txBox="1"/>
          <p:nvPr/>
        </p:nvSpPr>
        <p:spPr>
          <a:xfrm>
            <a:off x="5116653" y="1263600"/>
            <a:ext cx="14203184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Machine Learning for Healthcare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73C521-5255-43EC-A1E7-65F4DA44D72C}"/>
              </a:ext>
            </a:extLst>
          </p:cNvPr>
          <p:cNvCxnSpPr/>
          <p:nvPr/>
        </p:nvCxnSpPr>
        <p:spPr>
          <a:xfrm>
            <a:off x="11520308" y="2622962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ubtitle 2">
            <a:extLst>
              <a:ext uri="{FF2B5EF4-FFF2-40B4-BE49-F238E27FC236}">
                <a16:creationId xmlns:a16="http://schemas.microsoft.com/office/drawing/2014/main" id="{EC3615E0-8CDB-4D67-9452-29BE14CA49A3}"/>
              </a:ext>
            </a:extLst>
          </p:cNvPr>
          <p:cNvSpPr txBox="1">
            <a:spLocks/>
          </p:cNvSpPr>
          <p:nvPr/>
        </p:nvSpPr>
        <p:spPr>
          <a:xfrm>
            <a:off x="16262637" y="5010415"/>
            <a:ext cx="4409378" cy="110883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</a:rPr>
              <a:t>image diagnostic tools for image analysis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3E8BD924-F738-4BF3-99EB-639C896E353A}"/>
              </a:ext>
            </a:extLst>
          </p:cNvPr>
          <p:cNvSpPr txBox="1">
            <a:spLocks/>
          </p:cNvSpPr>
          <p:nvPr/>
        </p:nvSpPr>
        <p:spPr>
          <a:xfrm>
            <a:off x="10210843" y="5011981"/>
            <a:ext cx="4409378" cy="110883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</a:rPr>
              <a:t>early-stage drug discovery process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93E5F5B8-D483-4578-84AF-0180E547357D}"/>
              </a:ext>
            </a:extLst>
          </p:cNvPr>
          <p:cNvSpPr txBox="1">
            <a:spLocks/>
          </p:cNvSpPr>
          <p:nvPr/>
        </p:nvSpPr>
        <p:spPr>
          <a:xfrm>
            <a:off x="2047360" y="4990530"/>
            <a:ext cx="4642618" cy="157049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</a:rPr>
              <a:t>diseases and ailments considered hard-to-diagnose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C4EED4-35EB-4337-97EB-FFA7C19091DE}"/>
              </a:ext>
            </a:extLst>
          </p:cNvPr>
          <p:cNvSpPr txBox="1"/>
          <p:nvPr/>
        </p:nvSpPr>
        <p:spPr>
          <a:xfrm>
            <a:off x="16698252" y="3916759"/>
            <a:ext cx="35381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Medical Imaging 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Diagnosis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68AA1C-E270-4BDF-AAAD-D61F5F90FF77}"/>
              </a:ext>
            </a:extLst>
          </p:cNvPr>
          <p:cNvSpPr txBox="1"/>
          <p:nvPr/>
        </p:nvSpPr>
        <p:spPr>
          <a:xfrm>
            <a:off x="10298558" y="3842864"/>
            <a:ext cx="40005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Drug Discovery and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Manufacturing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4C26F3-5303-482B-8C5D-3CEFBBF653B0}"/>
              </a:ext>
            </a:extLst>
          </p:cNvPr>
          <p:cNvSpPr txBox="1"/>
          <p:nvPr/>
        </p:nvSpPr>
        <p:spPr>
          <a:xfrm>
            <a:off x="2097808" y="3916759"/>
            <a:ext cx="4642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Diagnosis and Diseases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BD108-E145-470C-8600-E3DE87ABF80F}"/>
              </a:ext>
            </a:extLst>
          </p:cNvPr>
          <p:cNvSpPr txBox="1"/>
          <p:nvPr/>
        </p:nvSpPr>
        <p:spPr>
          <a:xfrm>
            <a:off x="953752" y="2672136"/>
            <a:ext cx="485498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rPr>
              <a:t>Top three applications</a:t>
            </a:r>
          </a:p>
        </p:txBody>
      </p:sp>
      <p:pic>
        <p:nvPicPr>
          <p:cNvPr id="6" name="Picture 5" descr="A picture containing person, person, building, holding&#10;&#10;Description automatically generated">
            <a:extLst>
              <a:ext uri="{FF2B5EF4-FFF2-40B4-BE49-F238E27FC236}">
                <a16:creationId xmlns:a16="http://schemas.microsoft.com/office/drawing/2014/main" id="{67FE6EAF-8AF5-4C7E-8306-FCD523014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8547" y="10394036"/>
            <a:ext cx="4749709" cy="3321964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E0D315C-08B2-4671-93B1-6F427EEDD40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30" b="6630"/>
          <a:stretch>
            <a:fillRect/>
          </a:stretch>
        </p:blipFill>
        <p:spPr>
          <a:xfrm>
            <a:off x="19613723" y="6858000"/>
            <a:ext cx="4779355" cy="3320763"/>
          </a:xfrm>
        </p:spPr>
      </p:pic>
      <p:pic>
        <p:nvPicPr>
          <p:cNvPr id="16" name="Picture Placeholder 15" descr="A person standing in a room&#10;&#10;Description automatically generated">
            <a:extLst>
              <a:ext uri="{FF2B5EF4-FFF2-40B4-BE49-F238E27FC236}">
                <a16:creationId xmlns:a16="http://schemas.microsoft.com/office/drawing/2014/main" id="{969E9650-F76D-4A5F-B5DB-B387C3FCE4A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 b="12122"/>
          <a:stretch>
            <a:fillRect/>
          </a:stretch>
        </p:blipFill>
        <p:spPr/>
      </p:pic>
      <p:pic>
        <p:nvPicPr>
          <p:cNvPr id="23" name="Picture Placeholder 22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60711C59-BE85-43DE-9C75-DCCC5323936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3" r="8823"/>
          <a:stretch>
            <a:fillRect/>
          </a:stretch>
        </p:blipFill>
        <p:spPr/>
      </p:pic>
      <p:pic>
        <p:nvPicPr>
          <p:cNvPr id="27" name="Picture Placeholder 26" descr="A picture containing person, clothing, holding&#10;&#10;Description automatically generated">
            <a:extLst>
              <a:ext uri="{FF2B5EF4-FFF2-40B4-BE49-F238E27FC236}">
                <a16:creationId xmlns:a16="http://schemas.microsoft.com/office/drawing/2014/main" id="{77CF0B50-ED91-4897-9983-010AFAFB83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9" r="26769"/>
          <a:stretch>
            <a:fillRect/>
          </a:stretch>
        </p:blipFill>
        <p:spPr/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73F93A0-C204-44F7-92DC-7E57FBA56B72}"/>
              </a:ext>
            </a:extLst>
          </p:cNvPr>
          <p:cNvSpPr txBox="1"/>
          <p:nvPr/>
        </p:nvSpPr>
        <p:spPr>
          <a:xfrm>
            <a:off x="12218245" y="645806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dirty="0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https://www.flatworldsolutions.com/healthcare/articles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85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268DB66B-38E6-478A-85AD-02996AB6374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0" t="10911" r="9803" b="7771"/>
          <a:stretch/>
        </p:blipFill>
        <p:spPr>
          <a:xfrm>
            <a:off x="8207296" y="0"/>
            <a:ext cx="16170352" cy="13716000"/>
          </a:xfr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780F369-BBD5-4FF4-A64F-250A84D6E990}"/>
              </a:ext>
            </a:extLst>
          </p:cNvPr>
          <p:cNvSpPr txBox="1">
            <a:spLocks/>
          </p:cNvSpPr>
          <p:nvPr/>
        </p:nvSpPr>
        <p:spPr>
          <a:xfrm>
            <a:off x="1673225" y="9557502"/>
            <a:ext cx="9752130" cy="1897574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00"/>
              </a:lnSpc>
            </a:pP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Aid healthcare workers identify the right medical specialty based on the patient diagnosis transcriptions. </a:t>
            </a:r>
          </a:p>
          <a:p>
            <a:pPr algn="l">
              <a:lnSpc>
                <a:spcPts val="4300"/>
              </a:lnSpc>
            </a:pPr>
            <a:endParaRPr lang="en-US" sz="27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4344B-58E2-4019-964A-9D6B9AAEC71C}"/>
              </a:ext>
            </a:extLst>
          </p:cNvPr>
          <p:cNvSpPr txBox="1"/>
          <p:nvPr/>
        </p:nvSpPr>
        <p:spPr>
          <a:xfrm>
            <a:off x="1673225" y="6826976"/>
            <a:ext cx="5302092" cy="1590179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>
              <a:lnSpc>
                <a:spcPts val="12400"/>
              </a:lnSpc>
            </a:pPr>
            <a:r>
              <a:rPr lang="en-US" sz="12000" spc="400" dirty="0">
                <a:solidFill>
                  <a:schemeClr val="accent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VISION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61235-F6EF-4486-8C4B-97F2DB86F493}"/>
              </a:ext>
            </a:extLst>
          </p:cNvPr>
          <p:cNvCxnSpPr/>
          <p:nvPr/>
        </p:nvCxnSpPr>
        <p:spPr>
          <a:xfrm>
            <a:off x="1872223" y="8889951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95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06">
            <a:extLst>
              <a:ext uri="{FF2B5EF4-FFF2-40B4-BE49-F238E27FC236}">
                <a16:creationId xmlns:a16="http://schemas.microsoft.com/office/drawing/2014/main" id="{D2872FC3-429B-4EB8-AE0A-CC72DAD8BB7F}"/>
              </a:ext>
            </a:extLst>
          </p:cNvPr>
          <p:cNvSpPr/>
          <p:nvPr/>
        </p:nvSpPr>
        <p:spPr>
          <a:xfrm>
            <a:off x="1530897" y="4958895"/>
            <a:ext cx="11753850" cy="5446569"/>
          </a:xfrm>
          <a:prstGeom prst="rect">
            <a:avLst/>
          </a:prstGeom>
          <a:solidFill>
            <a:schemeClr val="bg1"/>
          </a:solidFill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396E70-8757-4676-91E7-66B77BC413BA}"/>
              </a:ext>
            </a:extLst>
          </p:cNvPr>
          <p:cNvSpPr txBox="1"/>
          <p:nvPr/>
        </p:nvSpPr>
        <p:spPr>
          <a:xfrm>
            <a:off x="10133853" y="1263600"/>
            <a:ext cx="4168770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Workflow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EE1B33-2CA8-49A9-ACBB-64B64C72BE92}"/>
              </a:ext>
            </a:extLst>
          </p:cNvPr>
          <p:cNvCxnSpPr/>
          <p:nvPr/>
        </p:nvCxnSpPr>
        <p:spPr>
          <a:xfrm>
            <a:off x="11520308" y="2622962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1E1900-785B-4A95-B501-DA7DA430652D}"/>
              </a:ext>
            </a:extLst>
          </p:cNvPr>
          <p:cNvSpPr txBox="1"/>
          <p:nvPr/>
        </p:nvSpPr>
        <p:spPr>
          <a:xfrm>
            <a:off x="6291257" y="4033291"/>
            <a:ext cx="2106527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  <a:latin typeface="Open Sans Semibold" panose="020B0606030504020204"/>
                <a:ea typeface="League Spartan" charset="0"/>
                <a:cs typeface="Poppins" pitchFamily="2" charset="77"/>
              </a:rPr>
              <a:t>ETL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4E6414A-B986-4F2C-91E5-A4DFB289C513}"/>
              </a:ext>
            </a:extLst>
          </p:cNvPr>
          <p:cNvGrpSpPr/>
          <p:nvPr/>
        </p:nvGrpSpPr>
        <p:grpSpPr>
          <a:xfrm>
            <a:off x="1530897" y="5620853"/>
            <a:ext cx="11012603" cy="4670721"/>
            <a:chOff x="1893501" y="4709702"/>
            <a:chExt cx="11012603" cy="4670721"/>
          </a:xfrm>
        </p:grpSpPr>
        <p:pic>
          <p:nvPicPr>
            <p:cNvPr id="64" name="Picture 63" descr="A picture containing meter, clock&#10;&#10;Description automatically generated">
              <a:extLst>
                <a:ext uri="{FF2B5EF4-FFF2-40B4-BE49-F238E27FC236}">
                  <a16:creationId xmlns:a16="http://schemas.microsoft.com/office/drawing/2014/main" id="{0686A900-D713-48BA-8A71-7C1EA9257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0317" y="5156054"/>
              <a:ext cx="9477355" cy="3087860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BFD4830-5E6A-4290-BA31-0A27104BA0CF}"/>
                </a:ext>
              </a:extLst>
            </p:cNvPr>
            <p:cNvSpPr/>
            <p:nvPr/>
          </p:nvSpPr>
          <p:spPr>
            <a:xfrm>
              <a:off x="1893501" y="7723045"/>
              <a:ext cx="10374171" cy="520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A0C61CE-BB5E-884C-85D3-B90D87EABC68}"/>
                </a:ext>
              </a:extLst>
            </p:cNvPr>
            <p:cNvSpPr txBox="1"/>
            <p:nvPr/>
          </p:nvSpPr>
          <p:spPr>
            <a:xfrm>
              <a:off x="2831619" y="7785970"/>
              <a:ext cx="2015035" cy="584775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/>
                  </a:solidFill>
                  <a:latin typeface="Open Sans Semibold" panose="020B0606030504020204"/>
                  <a:ea typeface="League Spartan" charset="0"/>
                  <a:cs typeface="Poppins" pitchFamily="2" charset="77"/>
                </a:rPr>
                <a:t>Source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A71842-675C-475B-8285-C41B94C63146}"/>
                </a:ext>
              </a:extLst>
            </p:cNvPr>
            <p:cNvSpPr txBox="1"/>
            <p:nvPr/>
          </p:nvSpPr>
          <p:spPr>
            <a:xfrm>
              <a:off x="6597238" y="7810763"/>
              <a:ext cx="2198019" cy="1569660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/>
                  </a:solidFill>
                  <a:latin typeface="Open Sans Semibold" panose="020B0606030504020204"/>
                </a:rPr>
                <a:t>Extract</a:t>
              </a:r>
            </a:p>
            <a:p>
              <a:pPr algn="ctr"/>
              <a:r>
                <a:rPr lang="en-US" sz="3200" dirty="0">
                  <a:solidFill>
                    <a:schemeClr val="accent6"/>
                  </a:solidFill>
                  <a:latin typeface="Open Sans Semibold" panose="020B0606030504020204"/>
                </a:rPr>
                <a:t>Transform</a:t>
              </a:r>
            </a:p>
            <a:p>
              <a:pPr algn="ctr"/>
              <a:r>
                <a:rPr lang="en-US" sz="3200" dirty="0">
                  <a:solidFill>
                    <a:schemeClr val="accent6"/>
                  </a:solidFill>
                  <a:latin typeface="Open Sans Semibold" panose="020B0606030504020204"/>
                </a:rPr>
                <a:t>Load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C1D5996-A204-4D41-BEE9-A716B5114339}"/>
                </a:ext>
              </a:extLst>
            </p:cNvPr>
            <p:cNvSpPr txBox="1"/>
            <p:nvPr/>
          </p:nvSpPr>
          <p:spPr>
            <a:xfrm>
              <a:off x="10089373" y="7832136"/>
              <a:ext cx="2198019" cy="107721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6"/>
                  </a:solidFill>
                  <a:latin typeface="Open Sans Semibold" panose="020B0606030504020204"/>
                </a:rPr>
                <a:t>Data Warehouse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C2ED131-7F3E-4104-9FC3-1B446C29C1C6}"/>
                </a:ext>
              </a:extLst>
            </p:cNvPr>
            <p:cNvSpPr/>
            <p:nvPr/>
          </p:nvSpPr>
          <p:spPr>
            <a:xfrm>
              <a:off x="10089373" y="5319218"/>
              <a:ext cx="2198019" cy="24038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5" name="Picture 8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511EE431-969A-46DF-AE34-704C7890D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1255" y="5747123"/>
              <a:ext cx="1856417" cy="1856417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07E917EF-4172-46D7-9DE0-7C6DE2EC5C8E}"/>
                </a:ext>
              </a:extLst>
            </p:cNvPr>
            <p:cNvSpPr/>
            <p:nvPr/>
          </p:nvSpPr>
          <p:spPr>
            <a:xfrm>
              <a:off x="6165556" y="4924747"/>
              <a:ext cx="3047572" cy="5988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 descr="A close up of a logo&#10;&#10;Description automatically generated">
              <a:extLst>
                <a:ext uri="{FF2B5EF4-FFF2-40B4-BE49-F238E27FC236}">
                  <a16:creationId xmlns:a16="http://schemas.microsoft.com/office/drawing/2014/main" id="{A8794B88-C594-4C26-AF81-6DD68061A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9534" y="5519828"/>
              <a:ext cx="2859206" cy="2148737"/>
            </a:xfrm>
            <a:prstGeom prst="rect">
              <a:avLst/>
            </a:prstGeom>
            <a:solidFill>
              <a:schemeClr val="bg2"/>
            </a:solidFill>
          </p:spPr>
        </p:pic>
        <p:pic>
          <p:nvPicPr>
            <p:cNvPr id="97" name="Picture 96" descr="A picture containing transport, wheel&#10;&#10;Description automatically generated">
              <a:extLst>
                <a:ext uri="{FF2B5EF4-FFF2-40B4-BE49-F238E27FC236}">
                  <a16:creationId xmlns:a16="http://schemas.microsoft.com/office/drawing/2014/main" id="{466529D3-1953-4066-BB79-61F68C8D7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730" y="5790788"/>
              <a:ext cx="2015035" cy="1995182"/>
            </a:xfrm>
            <a:prstGeom prst="rect">
              <a:avLst/>
            </a:prstGeom>
          </p:spPr>
        </p:pic>
        <p:pic>
          <p:nvPicPr>
            <p:cNvPr id="105" name="Picture 10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8706D42-4E31-41A0-A5A1-F1F195AE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8382" y="4709702"/>
              <a:ext cx="1717722" cy="1145148"/>
            </a:xfrm>
            <a:prstGeom prst="rect">
              <a:avLst/>
            </a:prstGeom>
          </p:spPr>
        </p:pic>
        <p:pic>
          <p:nvPicPr>
            <p:cNvPr id="24" name="Picture 23" descr="A close up of a sign&#10;&#10;Description automatically generated">
              <a:extLst>
                <a:ext uri="{FF2B5EF4-FFF2-40B4-BE49-F238E27FC236}">
                  <a16:creationId xmlns:a16="http://schemas.microsoft.com/office/drawing/2014/main" id="{9FA4B07B-651E-4445-93A2-91E2C56B5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7985" y="5083202"/>
              <a:ext cx="1384664" cy="534795"/>
            </a:xfrm>
            <a:prstGeom prst="rect">
              <a:avLst/>
            </a:prstGeom>
            <a:noFill/>
          </p:spPr>
        </p:pic>
      </p:grpSp>
      <p:pic>
        <p:nvPicPr>
          <p:cNvPr id="113" name="Picture 1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7B8513-BA4E-46FB-A749-A46AAB82E50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971" y="2519787"/>
            <a:ext cx="4206216" cy="2897615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2E27660E-E45A-4492-B42C-6728C927785D}"/>
              </a:ext>
            </a:extLst>
          </p:cNvPr>
          <p:cNvSpPr txBox="1"/>
          <p:nvPr/>
        </p:nvSpPr>
        <p:spPr>
          <a:xfrm>
            <a:off x="18116069" y="5488858"/>
            <a:ext cx="2198019" cy="107721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3200" dirty="0">
                <a:solidFill>
                  <a:schemeClr val="accent6"/>
                </a:solidFill>
                <a:latin typeface="Open Sans Semibold" panose="020B0606030504020204"/>
              </a:rPr>
              <a:t>Tableau</a:t>
            </a:r>
          </a:p>
          <a:p>
            <a:pPr algn="ctr"/>
            <a:r>
              <a:rPr lang="en-US" sz="3200" dirty="0">
                <a:solidFill>
                  <a:schemeClr val="accent6"/>
                </a:solidFill>
                <a:latin typeface="Open Sans Semibold" panose="020B0606030504020204"/>
              </a:rPr>
              <a:t>dashboard</a:t>
            </a:r>
          </a:p>
        </p:txBody>
      </p:sp>
      <p:pic>
        <p:nvPicPr>
          <p:cNvPr id="123" name="Picture 12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939ED6-F0AB-4371-ACF7-CA8655FF792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1970" y="7814364"/>
            <a:ext cx="4206216" cy="3452659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AEAA9F43-9EE3-4691-989C-1B5D483C1147}"/>
              </a:ext>
            </a:extLst>
          </p:cNvPr>
          <p:cNvSpPr txBox="1"/>
          <p:nvPr/>
        </p:nvSpPr>
        <p:spPr>
          <a:xfrm>
            <a:off x="17545970" y="11360368"/>
            <a:ext cx="3467581" cy="107721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3200" dirty="0">
                <a:solidFill>
                  <a:schemeClr val="accent6"/>
                </a:solidFill>
                <a:latin typeface="Open Sans Semibold" panose="020B0606030504020204"/>
              </a:rPr>
              <a:t>Machine Learning Model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D0BD13B-C83E-4BA0-833E-2ACF8A27279E}"/>
              </a:ext>
            </a:extLst>
          </p:cNvPr>
          <p:cNvSpPr/>
          <p:nvPr/>
        </p:nvSpPr>
        <p:spPr>
          <a:xfrm>
            <a:off x="4728362" y="7239000"/>
            <a:ext cx="1384764" cy="59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6CBA45C-AF35-4075-8C09-7D3E4521A0A3}"/>
              </a:ext>
            </a:extLst>
          </p:cNvPr>
          <p:cNvSpPr/>
          <p:nvPr/>
        </p:nvSpPr>
        <p:spPr>
          <a:xfrm>
            <a:off x="8347090" y="7223233"/>
            <a:ext cx="1384764" cy="598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Arrow: Right 142">
            <a:extLst>
              <a:ext uri="{FF2B5EF4-FFF2-40B4-BE49-F238E27FC236}">
                <a16:creationId xmlns:a16="http://schemas.microsoft.com/office/drawing/2014/main" id="{0D5DA148-1720-471E-A87C-F355A23BEA0C}"/>
              </a:ext>
            </a:extLst>
          </p:cNvPr>
          <p:cNvSpPr/>
          <p:nvPr/>
        </p:nvSpPr>
        <p:spPr>
          <a:xfrm>
            <a:off x="4983399" y="7277345"/>
            <a:ext cx="1044980" cy="33379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Arrow: Right 149">
            <a:extLst>
              <a:ext uri="{FF2B5EF4-FFF2-40B4-BE49-F238E27FC236}">
                <a16:creationId xmlns:a16="http://schemas.microsoft.com/office/drawing/2014/main" id="{5C4F2FBF-719A-46FB-9D99-6AD6072EC17C}"/>
              </a:ext>
            </a:extLst>
          </p:cNvPr>
          <p:cNvSpPr/>
          <p:nvPr/>
        </p:nvSpPr>
        <p:spPr>
          <a:xfrm>
            <a:off x="8523391" y="7277345"/>
            <a:ext cx="1044980" cy="333790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68580A8E-FDE9-4EA4-99E6-8F3C537B87E4}"/>
              </a:ext>
            </a:extLst>
          </p:cNvPr>
          <p:cNvCxnSpPr>
            <a:cxnSpLocks/>
          </p:cNvCxnSpPr>
          <p:nvPr/>
        </p:nvCxnSpPr>
        <p:spPr>
          <a:xfrm flipV="1">
            <a:off x="12763628" y="4486300"/>
            <a:ext cx="4101140" cy="1964013"/>
          </a:xfrm>
          <a:prstGeom prst="bentConnector3">
            <a:avLst>
              <a:gd name="adj1" fmla="val 50000"/>
            </a:avLst>
          </a:prstGeom>
          <a:ln w="1143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CFED8099-33D6-407E-9931-D96423981B3E}"/>
              </a:ext>
            </a:extLst>
          </p:cNvPr>
          <p:cNvCxnSpPr>
            <a:cxnSpLocks/>
          </p:cNvCxnSpPr>
          <p:nvPr/>
        </p:nvCxnSpPr>
        <p:spPr>
          <a:xfrm>
            <a:off x="12763628" y="7945081"/>
            <a:ext cx="3992482" cy="1875424"/>
          </a:xfrm>
          <a:prstGeom prst="bentConnector3">
            <a:avLst>
              <a:gd name="adj1" fmla="val 50000"/>
            </a:avLst>
          </a:prstGeom>
          <a:ln w="1143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2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3E3D3D4-F6D2-41F8-BBD1-DB82F1330C7B}"/>
              </a:ext>
            </a:extLst>
          </p:cNvPr>
          <p:cNvSpPr txBox="1"/>
          <p:nvPr/>
        </p:nvSpPr>
        <p:spPr>
          <a:xfrm>
            <a:off x="9032914" y="1263600"/>
            <a:ext cx="6370655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Data Overview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B08902-1E82-45A9-AE7B-01C9023B6917}"/>
              </a:ext>
            </a:extLst>
          </p:cNvPr>
          <p:cNvCxnSpPr/>
          <p:nvPr/>
        </p:nvCxnSpPr>
        <p:spPr>
          <a:xfrm>
            <a:off x="11520308" y="2622962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183EC3-D4FA-4528-8C61-8F044DF2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868" y="4573394"/>
            <a:ext cx="16196745" cy="7491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611472-6A99-4F26-A955-8AE2178B8A28}"/>
              </a:ext>
            </a:extLst>
          </p:cNvPr>
          <p:cNvSpPr txBox="1"/>
          <p:nvPr/>
        </p:nvSpPr>
        <p:spPr>
          <a:xfrm>
            <a:off x="971780" y="3838916"/>
            <a:ext cx="481894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Open Sans Semibold" charset="0"/>
                <a:ea typeface="Open Sans Semibold" charset="0"/>
                <a:cs typeface="Open Sans Semibold" charset="0"/>
              </a:rPr>
              <a:t>40 Medical Specialties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181136F-4843-4CF1-B976-9F4A2BA40F5B}"/>
              </a:ext>
            </a:extLst>
          </p:cNvPr>
          <p:cNvSpPr txBox="1">
            <a:spLocks/>
          </p:cNvSpPr>
          <p:nvPr/>
        </p:nvSpPr>
        <p:spPr>
          <a:xfrm>
            <a:off x="15572015" y="3838916"/>
            <a:ext cx="8805635" cy="681279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4966 Medical Transcriptions</a:t>
            </a:r>
          </a:p>
        </p:txBody>
      </p:sp>
    </p:spTree>
    <p:extLst>
      <p:ext uri="{BB962C8B-B14F-4D97-AF65-F5344CB8AC3E}">
        <p14:creationId xmlns:p14="http://schemas.microsoft.com/office/powerpoint/2010/main" val="46798076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F8D7BD-B1FD-461B-9458-E9623D342E66}"/>
              </a:ext>
            </a:extLst>
          </p:cNvPr>
          <p:cNvSpPr/>
          <p:nvPr/>
        </p:nvSpPr>
        <p:spPr>
          <a:xfrm>
            <a:off x="19050" y="0"/>
            <a:ext cx="24377650" cy="13716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9181307-D8B6-4B2C-B982-7DB1F0B5E9DD}"/>
              </a:ext>
            </a:extLst>
          </p:cNvPr>
          <p:cNvSpPr txBox="1">
            <a:spLocks/>
          </p:cNvSpPr>
          <p:nvPr/>
        </p:nvSpPr>
        <p:spPr>
          <a:xfrm>
            <a:off x="2266580" y="5665723"/>
            <a:ext cx="9587709" cy="1826208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Class Imbalance</a:t>
            </a:r>
          </a:p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Null rows</a:t>
            </a:r>
          </a:p>
          <a:p>
            <a:pPr marL="457200" indent="-457200" algn="l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Necessary transformations (blank spaces)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7275C-E67D-4AAB-9273-A82DF45161DE}"/>
              </a:ext>
            </a:extLst>
          </p:cNvPr>
          <p:cNvSpPr txBox="1"/>
          <p:nvPr/>
        </p:nvSpPr>
        <p:spPr>
          <a:xfrm>
            <a:off x="2042553" y="2583358"/>
            <a:ext cx="10035761" cy="1846659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120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Data cleaning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E3C494-BA26-40B0-9869-3E9985DF4B32}"/>
              </a:ext>
            </a:extLst>
          </p:cNvPr>
          <p:cNvCxnSpPr/>
          <p:nvPr/>
        </p:nvCxnSpPr>
        <p:spPr>
          <a:xfrm>
            <a:off x="2220969" y="4608433"/>
            <a:ext cx="1364539" cy="0"/>
          </a:xfrm>
          <a:prstGeom prst="line">
            <a:avLst/>
          </a:prstGeom>
          <a:ln w="4572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cture containing transport, wheel&#10;&#10;Description automatically generated">
            <a:extLst>
              <a:ext uri="{FF2B5EF4-FFF2-40B4-BE49-F238E27FC236}">
                <a16:creationId xmlns:a16="http://schemas.microsoft.com/office/drawing/2014/main" id="{3163A5CB-7328-45F2-A6EB-0C92C9E6B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8647" y="2979937"/>
            <a:ext cx="5710104" cy="5653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D65DFD-8250-4CBD-ADCB-63BFE9C497AC}"/>
              </a:ext>
            </a:extLst>
          </p:cNvPr>
          <p:cNvSpPr txBox="1"/>
          <p:nvPr/>
        </p:nvSpPr>
        <p:spPr>
          <a:xfrm>
            <a:off x="7049212" y="10675825"/>
            <a:ext cx="173083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https://public.tableau.com/profile/joan.concha#!/vizhome/final_project_dashboard/Firstdashboard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B783FC5-48B1-4E5D-BD25-B362C7EBC40A}"/>
              </a:ext>
            </a:extLst>
          </p:cNvPr>
          <p:cNvSpPr txBox="1">
            <a:spLocks/>
          </p:cNvSpPr>
          <p:nvPr/>
        </p:nvSpPr>
        <p:spPr>
          <a:xfrm>
            <a:off x="2255358" y="10616318"/>
            <a:ext cx="9587709" cy="64428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40"/>
              </a:lnSpc>
            </a:pPr>
            <a:r>
              <a:rPr lang="en-US" sz="28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Cleaned dataset insights-&gt; </a:t>
            </a:r>
          </a:p>
        </p:txBody>
      </p:sp>
      <p:pic>
        <p:nvPicPr>
          <p:cNvPr id="18" name="Picture 17" descr="A picture containing light&#10;&#10;Description automatically generated">
            <a:extLst>
              <a:ext uri="{FF2B5EF4-FFF2-40B4-BE49-F238E27FC236}">
                <a16:creationId xmlns:a16="http://schemas.microsoft.com/office/drawing/2014/main" id="{B3CCE9AB-5DAB-48A2-A204-790889AFE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8646" y="6306061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87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DFE35-0B4B-42F0-ABE0-5B3246F30684}"/>
              </a:ext>
            </a:extLst>
          </p:cNvPr>
          <p:cNvCxnSpPr>
            <a:cxnSpLocks/>
          </p:cNvCxnSpPr>
          <p:nvPr/>
        </p:nvCxnSpPr>
        <p:spPr>
          <a:xfrm flipV="1">
            <a:off x="4900457" y="5825393"/>
            <a:ext cx="1413363" cy="1932632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D507D9C-48E7-4B46-B5D6-5338F06D9D3C}"/>
              </a:ext>
            </a:extLst>
          </p:cNvPr>
          <p:cNvCxnSpPr>
            <a:cxnSpLocks/>
          </p:cNvCxnSpPr>
          <p:nvPr/>
        </p:nvCxnSpPr>
        <p:spPr>
          <a:xfrm flipH="1" flipV="1">
            <a:off x="9969029" y="5825393"/>
            <a:ext cx="1491419" cy="2037372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758D6D-9721-4B42-8934-71B067920F4E}"/>
              </a:ext>
            </a:extLst>
          </p:cNvPr>
          <p:cNvCxnSpPr>
            <a:cxnSpLocks/>
          </p:cNvCxnSpPr>
          <p:nvPr/>
        </p:nvCxnSpPr>
        <p:spPr>
          <a:xfrm flipV="1">
            <a:off x="16194497" y="5825393"/>
            <a:ext cx="1731553" cy="2006940"/>
          </a:xfrm>
          <a:prstGeom prst="line">
            <a:avLst/>
          </a:prstGeom>
          <a:ln w="38100">
            <a:solidFill>
              <a:schemeClr val="tx1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E3D3D4-F6D2-41F8-BBD1-DB82F1330C7B}"/>
              </a:ext>
            </a:extLst>
          </p:cNvPr>
          <p:cNvSpPr txBox="1"/>
          <p:nvPr/>
        </p:nvSpPr>
        <p:spPr>
          <a:xfrm>
            <a:off x="7245248" y="1263600"/>
            <a:ext cx="9945992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Model Implementation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B08902-1E82-45A9-AE7B-01C9023B6917}"/>
              </a:ext>
            </a:extLst>
          </p:cNvPr>
          <p:cNvCxnSpPr/>
          <p:nvPr/>
        </p:nvCxnSpPr>
        <p:spPr>
          <a:xfrm>
            <a:off x="11520308" y="2622962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title 2">
            <a:extLst>
              <a:ext uri="{FF2B5EF4-FFF2-40B4-BE49-F238E27FC236}">
                <a16:creationId xmlns:a16="http://schemas.microsoft.com/office/drawing/2014/main" id="{74C92253-4B99-4097-B643-E2254C819408}"/>
              </a:ext>
            </a:extLst>
          </p:cNvPr>
          <p:cNvSpPr txBox="1">
            <a:spLocks/>
          </p:cNvSpPr>
          <p:nvPr/>
        </p:nvSpPr>
        <p:spPr>
          <a:xfrm>
            <a:off x="10736125" y="11183363"/>
            <a:ext cx="8190419" cy="220169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Supervised ML model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Multinomial Naive Bayes / Random Forest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Grid search parameter optimization</a:t>
            </a:r>
          </a:p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Best accuracy: 45%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1D2BC4-5979-4098-B343-62C5AF918F34}"/>
              </a:ext>
            </a:extLst>
          </p:cNvPr>
          <p:cNvSpPr txBox="1"/>
          <p:nvPr/>
        </p:nvSpPr>
        <p:spPr>
          <a:xfrm>
            <a:off x="12327515" y="7247558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Model Selection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21A8A36-95B9-4BEB-86F1-A19AE95DD152}"/>
              </a:ext>
            </a:extLst>
          </p:cNvPr>
          <p:cNvSpPr txBox="1">
            <a:spLocks/>
          </p:cNvSpPr>
          <p:nvPr/>
        </p:nvSpPr>
        <p:spPr>
          <a:xfrm>
            <a:off x="6582061" y="4041716"/>
            <a:ext cx="4722904" cy="1684630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N-grams (1, 3)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Max features: 2000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Stop words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1FEF14-E255-4B93-B4C1-98F366E32632}"/>
              </a:ext>
            </a:extLst>
          </p:cNvPr>
          <p:cNvSpPr txBox="1"/>
          <p:nvPr/>
        </p:nvSpPr>
        <p:spPr>
          <a:xfrm>
            <a:off x="1433038" y="7247558"/>
            <a:ext cx="3135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Splitting data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F382AE1-04FF-4963-8992-791DEF27DEEC}"/>
              </a:ext>
            </a:extLst>
          </p:cNvPr>
          <p:cNvSpPr txBox="1">
            <a:spLocks/>
          </p:cNvSpPr>
          <p:nvPr/>
        </p:nvSpPr>
        <p:spPr>
          <a:xfrm>
            <a:off x="13894558" y="3261666"/>
            <a:ext cx="4409378" cy="64428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endParaRPr lang="en-US" sz="2700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4CF13C-1CF3-4299-B0AD-BE0CEAF5A28B}"/>
              </a:ext>
            </a:extLst>
          </p:cNvPr>
          <p:cNvSpPr txBox="1"/>
          <p:nvPr/>
        </p:nvSpPr>
        <p:spPr>
          <a:xfrm>
            <a:off x="16010141" y="2705122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32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37" name="Shape 2935">
            <a:extLst>
              <a:ext uri="{FF2B5EF4-FFF2-40B4-BE49-F238E27FC236}">
                <a16:creationId xmlns:a16="http://schemas.microsoft.com/office/drawing/2014/main" id="{7A3765A5-D98B-4C5C-BCB5-152798CF9DF7}"/>
              </a:ext>
            </a:extLst>
          </p:cNvPr>
          <p:cNvSpPr/>
          <p:nvPr/>
        </p:nvSpPr>
        <p:spPr>
          <a:xfrm>
            <a:off x="13270957" y="9081411"/>
            <a:ext cx="807220" cy="8073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 b="1"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5A6A2-4FBD-451E-8AD2-BD3336EA3329}"/>
              </a:ext>
            </a:extLst>
          </p:cNvPr>
          <p:cNvSpPr txBox="1"/>
          <p:nvPr/>
        </p:nvSpPr>
        <p:spPr>
          <a:xfrm>
            <a:off x="7610108" y="3396646"/>
            <a:ext cx="1608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TF-IDF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9492F-A8E5-4740-9C0F-27E45DB723D4}"/>
              </a:ext>
            </a:extLst>
          </p:cNvPr>
          <p:cNvSpPr txBox="1"/>
          <p:nvPr/>
        </p:nvSpPr>
        <p:spPr>
          <a:xfrm>
            <a:off x="19375200" y="3402831"/>
            <a:ext cx="2614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Predictions</a:t>
            </a:r>
          </a:p>
        </p:txBody>
      </p:sp>
      <p:grpSp>
        <p:nvGrpSpPr>
          <p:cNvPr id="41" name="Group 34381">
            <a:extLst>
              <a:ext uri="{FF2B5EF4-FFF2-40B4-BE49-F238E27FC236}">
                <a16:creationId xmlns:a16="http://schemas.microsoft.com/office/drawing/2014/main" id="{BFE04387-394E-4686-AA52-3AB82BCE5C6F}"/>
              </a:ext>
            </a:extLst>
          </p:cNvPr>
          <p:cNvGrpSpPr/>
          <p:nvPr/>
        </p:nvGrpSpPr>
        <p:grpSpPr>
          <a:xfrm>
            <a:off x="3396372" y="8069941"/>
            <a:ext cx="1105867" cy="2080718"/>
            <a:chOff x="0" y="25399"/>
            <a:chExt cx="2925844" cy="5076358"/>
          </a:xfrm>
        </p:grpSpPr>
        <p:grpSp>
          <p:nvGrpSpPr>
            <p:cNvPr id="42" name="Group 34370">
              <a:extLst>
                <a:ext uri="{FF2B5EF4-FFF2-40B4-BE49-F238E27FC236}">
                  <a16:creationId xmlns:a16="http://schemas.microsoft.com/office/drawing/2014/main" id="{E3370F6B-33B1-4E6C-B9BB-D38C9371CA32}"/>
                </a:ext>
              </a:extLst>
            </p:cNvPr>
            <p:cNvGrpSpPr/>
            <p:nvPr/>
          </p:nvGrpSpPr>
          <p:grpSpPr>
            <a:xfrm>
              <a:off x="0" y="25399"/>
              <a:ext cx="2925845" cy="5076360"/>
              <a:chOff x="0" y="25399"/>
              <a:chExt cx="2925844" cy="5076358"/>
            </a:xfrm>
          </p:grpSpPr>
          <p:sp>
            <p:nvSpPr>
              <p:cNvPr id="53" name="Shape 34365">
                <a:extLst>
                  <a:ext uri="{FF2B5EF4-FFF2-40B4-BE49-F238E27FC236}">
                    <a16:creationId xmlns:a16="http://schemas.microsoft.com/office/drawing/2014/main" id="{7E621404-1AC1-4647-A181-39CC7D3BD4A6}"/>
                  </a:ext>
                </a:extLst>
              </p:cNvPr>
              <p:cNvSpPr/>
              <p:nvPr/>
            </p:nvSpPr>
            <p:spPr>
              <a:xfrm>
                <a:off x="123253" y="891125"/>
                <a:ext cx="2679339" cy="3566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0"/>
                    </a:lnTo>
                    <a:cubicBezTo>
                      <a:pt x="21018" y="465"/>
                      <a:pt x="20240" y="895"/>
                      <a:pt x="19311" y="1232"/>
                    </a:cubicBezTo>
                    <a:cubicBezTo>
                      <a:pt x="16917" y="2099"/>
                      <a:pt x="13837" y="2379"/>
                      <a:pt x="10800" y="2379"/>
                    </a:cubicBezTo>
                    <a:cubicBezTo>
                      <a:pt x="7763" y="2379"/>
                      <a:pt x="4683" y="2099"/>
                      <a:pt x="2289" y="1232"/>
                    </a:cubicBezTo>
                    <a:cubicBezTo>
                      <a:pt x="1360" y="895"/>
                      <a:pt x="582" y="465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54" name="Shape 34366">
                <a:extLst>
                  <a:ext uri="{FF2B5EF4-FFF2-40B4-BE49-F238E27FC236}">
                    <a16:creationId xmlns:a16="http://schemas.microsoft.com/office/drawing/2014/main" id="{0E1E3F45-1B9D-4F45-9896-BB8062D332C6}"/>
                  </a:ext>
                </a:extLst>
              </p:cNvPr>
              <p:cNvSpPr/>
              <p:nvPr/>
            </p:nvSpPr>
            <p:spPr>
              <a:xfrm>
                <a:off x="123303" y="3812840"/>
                <a:ext cx="2679642" cy="12889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55" name="Shape 34367">
                <a:extLst>
                  <a:ext uri="{FF2B5EF4-FFF2-40B4-BE49-F238E27FC236}">
                    <a16:creationId xmlns:a16="http://schemas.microsoft.com/office/drawing/2014/main" id="{46582776-70C4-4903-94CE-6D0A2DA98F4E}"/>
                  </a:ext>
                </a:extLst>
              </p:cNvPr>
              <p:cNvSpPr/>
              <p:nvPr/>
            </p:nvSpPr>
            <p:spPr>
              <a:xfrm>
                <a:off x="123303" y="246665"/>
                <a:ext cx="2679642" cy="1288920"/>
              </a:xfrm>
              <a:prstGeom prst="ellipse">
                <a:avLst/>
              </a:prstGeom>
              <a:solidFill>
                <a:srgbClr val="EBB56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821560">
                  <a:lnSpc>
                    <a:spcPct val="90000"/>
                  </a:lnSpc>
                  <a:spcBef>
                    <a:spcPts val="1406"/>
                  </a:spcBef>
                  <a:defRPr sz="1800" spc="0">
                    <a:solidFill>
                      <a:srgbClr val="FFFFFF"/>
                    </a:solidFill>
                    <a:latin typeface="Avenir Next"/>
                    <a:ea typeface="Avenir Next"/>
                    <a:cs typeface="Avenir Next"/>
                    <a:sym typeface="Avenir Next"/>
                  </a:defRPr>
                </a:pPr>
                <a:endParaRPr sz="253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  <p:sp>
            <p:nvSpPr>
              <p:cNvPr id="56" name="Shape 34368">
                <a:extLst>
                  <a:ext uri="{FF2B5EF4-FFF2-40B4-BE49-F238E27FC236}">
                    <a16:creationId xmlns:a16="http://schemas.microsoft.com/office/drawing/2014/main" id="{2F833070-E96F-4887-900A-43C3C01DF29B}"/>
                  </a:ext>
                </a:extLst>
              </p:cNvPr>
              <p:cNvSpPr/>
              <p:nvPr/>
            </p:nvSpPr>
            <p:spPr>
              <a:xfrm>
                <a:off x="0" y="649477"/>
                <a:ext cx="2925845" cy="11286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0" h="21547" extrusionOk="0">
                    <a:moveTo>
                      <a:pt x="0" y="0"/>
                    </a:moveTo>
                    <a:cubicBezTo>
                      <a:pt x="19" y="1113"/>
                      <a:pt x="26" y="2220"/>
                      <a:pt x="24" y="3330"/>
                    </a:cubicBezTo>
                    <a:cubicBezTo>
                      <a:pt x="22" y="4268"/>
                      <a:pt x="12" y="5206"/>
                      <a:pt x="6" y="6144"/>
                    </a:cubicBezTo>
                    <a:cubicBezTo>
                      <a:pt x="-5" y="7816"/>
                      <a:pt x="-5" y="9522"/>
                      <a:pt x="223" y="11104"/>
                    </a:cubicBezTo>
                    <a:cubicBezTo>
                      <a:pt x="334" y="11872"/>
                      <a:pt x="496" y="12584"/>
                      <a:pt x="696" y="13219"/>
                    </a:cubicBezTo>
                    <a:cubicBezTo>
                      <a:pt x="1161" y="14698"/>
                      <a:pt x="1806" y="15686"/>
                      <a:pt x="2458" y="16564"/>
                    </a:cubicBezTo>
                    <a:cubicBezTo>
                      <a:pt x="4893" y="19844"/>
                      <a:pt x="7832" y="21600"/>
                      <a:pt x="10747" y="21540"/>
                    </a:cubicBezTo>
                    <a:lnTo>
                      <a:pt x="10747" y="21547"/>
                    </a:lnTo>
                    <a:cubicBezTo>
                      <a:pt x="10755" y="21547"/>
                      <a:pt x="10763" y="21547"/>
                      <a:pt x="10771" y="21547"/>
                    </a:cubicBezTo>
                    <a:cubicBezTo>
                      <a:pt x="10779" y="21547"/>
                      <a:pt x="10787" y="21547"/>
                      <a:pt x="10795" y="21547"/>
                    </a:cubicBezTo>
                    <a:cubicBezTo>
                      <a:pt x="10803" y="21547"/>
                      <a:pt x="10811" y="21547"/>
                      <a:pt x="10819" y="21547"/>
                    </a:cubicBezTo>
                    <a:cubicBezTo>
                      <a:pt x="10827" y="21547"/>
                      <a:pt x="10835" y="21547"/>
                      <a:pt x="10843" y="21547"/>
                    </a:cubicBezTo>
                    <a:lnTo>
                      <a:pt x="10843" y="21540"/>
                    </a:lnTo>
                    <a:cubicBezTo>
                      <a:pt x="13758" y="21600"/>
                      <a:pt x="16697" y="19844"/>
                      <a:pt x="19132" y="16564"/>
                    </a:cubicBezTo>
                    <a:cubicBezTo>
                      <a:pt x="19784" y="15686"/>
                      <a:pt x="20429" y="14698"/>
                      <a:pt x="20894" y="13219"/>
                    </a:cubicBezTo>
                    <a:cubicBezTo>
                      <a:pt x="21094" y="12584"/>
                      <a:pt x="21256" y="11872"/>
                      <a:pt x="21367" y="11104"/>
                    </a:cubicBezTo>
                    <a:cubicBezTo>
                      <a:pt x="21595" y="9522"/>
                      <a:pt x="21595" y="7816"/>
                      <a:pt x="21584" y="6144"/>
                    </a:cubicBezTo>
                    <a:cubicBezTo>
                      <a:pt x="21578" y="5206"/>
                      <a:pt x="21568" y="4268"/>
                      <a:pt x="21566" y="3330"/>
                    </a:cubicBezTo>
                    <a:cubicBezTo>
                      <a:pt x="21564" y="2220"/>
                      <a:pt x="21571" y="1113"/>
                      <a:pt x="21590" y="0"/>
                    </a:cubicBezTo>
                    <a:cubicBezTo>
                      <a:pt x="21581" y="262"/>
                      <a:pt x="21555" y="515"/>
                      <a:pt x="21533" y="769"/>
                    </a:cubicBezTo>
                    <a:cubicBezTo>
                      <a:pt x="21463" y="2130"/>
                      <a:pt x="21199" y="3373"/>
                      <a:pt x="20808" y="4522"/>
                    </a:cubicBezTo>
                    <a:cubicBezTo>
                      <a:pt x="20266" y="6116"/>
                      <a:pt x="19501" y="7593"/>
                      <a:pt x="18585" y="8736"/>
                    </a:cubicBezTo>
                    <a:cubicBezTo>
                      <a:pt x="17735" y="9796"/>
                      <a:pt x="16788" y="10568"/>
                      <a:pt x="15788" y="11127"/>
                    </a:cubicBezTo>
                    <a:cubicBezTo>
                      <a:pt x="14210" y="12010"/>
                      <a:pt x="12497" y="12350"/>
                      <a:pt x="10795" y="12350"/>
                    </a:cubicBezTo>
                    <a:cubicBezTo>
                      <a:pt x="9250" y="12350"/>
                      <a:pt x="7696" y="12062"/>
                      <a:pt x="6242" y="11350"/>
                    </a:cubicBezTo>
                    <a:cubicBezTo>
                      <a:pt x="5754" y="11129"/>
                      <a:pt x="5273" y="10858"/>
                      <a:pt x="4803" y="10481"/>
                    </a:cubicBezTo>
                    <a:cubicBezTo>
                      <a:pt x="4170" y="10008"/>
                      <a:pt x="3567" y="9436"/>
                      <a:pt x="3005" y="8736"/>
                    </a:cubicBezTo>
                    <a:cubicBezTo>
                      <a:pt x="2089" y="7593"/>
                      <a:pt x="1324" y="6116"/>
                      <a:pt x="782" y="4522"/>
                    </a:cubicBezTo>
                    <a:cubicBezTo>
                      <a:pt x="385" y="3356"/>
                      <a:pt x="122" y="2092"/>
                      <a:pt x="57" y="707"/>
                    </a:cubicBezTo>
                    <a:cubicBezTo>
                      <a:pt x="37" y="473"/>
                      <a:pt x="9" y="24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57" name="Shape 34369">
                <a:extLst>
                  <a:ext uri="{FF2B5EF4-FFF2-40B4-BE49-F238E27FC236}">
                    <a16:creationId xmlns:a16="http://schemas.microsoft.com/office/drawing/2014/main" id="{8AF1363F-1C8F-4E86-A5FC-B122B5921A32}"/>
                  </a:ext>
                </a:extLst>
              </p:cNvPr>
              <p:cNvSpPr/>
              <p:nvPr/>
            </p:nvSpPr>
            <p:spPr>
              <a:xfrm>
                <a:off x="4152" y="25399"/>
                <a:ext cx="2917541" cy="1283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4" h="21591" extrusionOk="0">
                    <a:moveTo>
                      <a:pt x="9765" y="23"/>
                    </a:moveTo>
                    <a:cubicBezTo>
                      <a:pt x="7388" y="148"/>
                      <a:pt x="5021" y="879"/>
                      <a:pt x="3067" y="3078"/>
                    </a:cubicBezTo>
                    <a:cubicBezTo>
                      <a:pt x="2299" y="3944"/>
                      <a:pt x="1601" y="5052"/>
                      <a:pt x="1039" y="6242"/>
                    </a:cubicBezTo>
                    <a:cubicBezTo>
                      <a:pt x="490" y="7403"/>
                      <a:pt x="58" y="8734"/>
                      <a:pt x="5" y="10448"/>
                    </a:cubicBezTo>
                    <a:cubicBezTo>
                      <a:pt x="-43" y="12028"/>
                      <a:pt x="260" y="13423"/>
                      <a:pt x="751" y="14695"/>
                    </a:cubicBezTo>
                    <a:cubicBezTo>
                      <a:pt x="1293" y="16100"/>
                      <a:pt x="2057" y="17401"/>
                      <a:pt x="2972" y="18407"/>
                    </a:cubicBezTo>
                    <a:cubicBezTo>
                      <a:pt x="5162" y="20815"/>
                      <a:pt x="7979" y="21591"/>
                      <a:pt x="10757" y="21591"/>
                    </a:cubicBezTo>
                    <a:cubicBezTo>
                      <a:pt x="13535" y="21591"/>
                      <a:pt x="16352" y="20815"/>
                      <a:pt x="18542" y="18407"/>
                    </a:cubicBezTo>
                    <a:cubicBezTo>
                      <a:pt x="19457" y="17401"/>
                      <a:pt x="20221" y="16100"/>
                      <a:pt x="20763" y="14695"/>
                    </a:cubicBezTo>
                    <a:cubicBezTo>
                      <a:pt x="21254" y="13423"/>
                      <a:pt x="21557" y="12028"/>
                      <a:pt x="21509" y="10448"/>
                    </a:cubicBezTo>
                    <a:cubicBezTo>
                      <a:pt x="21456" y="8735"/>
                      <a:pt x="21024" y="7403"/>
                      <a:pt x="20475" y="6242"/>
                    </a:cubicBezTo>
                    <a:cubicBezTo>
                      <a:pt x="19913" y="5051"/>
                      <a:pt x="19216" y="3942"/>
                      <a:pt x="18447" y="3078"/>
                    </a:cubicBezTo>
                    <a:cubicBezTo>
                      <a:pt x="16436" y="821"/>
                      <a:pt x="14028" y="154"/>
                      <a:pt x="11622" y="26"/>
                    </a:cubicBezTo>
                    <a:cubicBezTo>
                      <a:pt x="11003" y="-6"/>
                      <a:pt x="10384" y="-9"/>
                      <a:pt x="9765" y="2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</p:grpSp>
        <p:grpSp>
          <p:nvGrpSpPr>
            <p:cNvPr id="43" name="Group 34380">
              <a:extLst>
                <a:ext uri="{FF2B5EF4-FFF2-40B4-BE49-F238E27FC236}">
                  <a16:creationId xmlns:a16="http://schemas.microsoft.com/office/drawing/2014/main" id="{38575AD4-87EE-4FFF-AE92-979563B6A7C7}"/>
                </a:ext>
              </a:extLst>
            </p:cNvPr>
            <p:cNvGrpSpPr/>
            <p:nvPr/>
          </p:nvGrpSpPr>
          <p:grpSpPr>
            <a:xfrm>
              <a:off x="1027498" y="4124132"/>
              <a:ext cx="1614014" cy="853708"/>
              <a:chOff x="0" y="0"/>
              <a:chExt cx="1614012" cy="853706"/>
            </a:xfrm>
          </p:grpSpPr>
          <p:grpSp>
            <p:nvGrpSpPr>
              <p:cNvPr id="44" name="Group 34373">
                <a:extLst>
                  <a:ext uri="{FF2B5EF4-FFF2-40B4-BE49-F238E27FC236}">
                    <a16:creationId xmlns:a16="http://schemas.microsoft.com/office/drawing/2014/main" id="{300E6186-3BF7-4A95-ABF8-B5A50A8148CB}"/>
                  </a:ext>
                </a:extLst>
              </p:cNvPr>
              <p:cNvGrpSpPr/>
              <p:nvPr/>
            </p:nvGrpSpPr>
            <p:grpSpPr>
              <a:xfrm>
                <a:off x="940896" y="210962"/>
                <a:ext cx="673117" cy="514850"/>
                <a:chOff x="0" y="0"/>
                <a:chExt cx="673116" cy="514849"/>
              </a:xfrm>
            </p:grpSpPr>
            <p:sp>
              <p:nvSpPr>
                <p:cNvPr id="51" name="Shape 34371">
                  <a:extLst>
                    <a:ext uri="{FF2B5EF4-FFF2-40B4-BE49-F238E27FC236}">
                      <a16:creationId xmlns:a16="http://schemas.microsoft.com/office/drawing/2014/main" id="{8184EC5F-B6E0-4EAB-B1EB-D49787CA76E9}"/>
                    </a:ext>
                  </a:extLst>
                </p:cNvPr>
                <p:cNvSpPr/>
                <p:nvPr/>
              </p:nvSpPr>
              <p:spPr>
                <a:xfrm rot="20580000" flipH="1">
                  <a:off x="56910" y="203036"/>
                  <a:ext cx="595633" cy="2297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0" h="21547" extrusionOk="0">
                      <a:moveTo>
                        <a:pt x="0" y="0"/>
                      </a:moveTo>
                      <a:cubicBezTo>
                        <a:pt x="19" y="1113"/>
                        <a:pt x="26" y="2220"/>
                        <a:pt x="24" y="3330"/>
                      </a:cubicBezTo>
                      <a:cubicBezTo>
                        <a:pt x="22" y="4268"/>
                        <a:pt x="12" y="5206"/>
                        <a:pt x="6" y="6144"/>
                      </a:cubicBezTo>
                      <a:cubicBezTo>
                        <a:pt x="-5" y="7816"/>
                        <a:pt x="-5" y="9522"/>
                        <a:pt x="223" y="11104"/>
                      </a:cubicBezTo>
                      <a:cubicBezTo>
                        <a:pt x="334" y="11872"/>
                        <a:pt x="496" y="12584"/>
                        <a:pt x="696" y="13219"/>
                      </a:cubicBezTo>
                      <a:cubicBezTo>
                        <a:pt x="1161" y="14698"/>
                        <a:pt x="1806" y="15686"/>
                        <a:pt x="2458" y="16564"/>
                      </a:cubicBezTo>
                      <a:cubicBezTo>
                        <a:pt x="4893" y="19844"/>
                        <a:pt x="7832" y="21600"/>
                        <a:pt x="10747" y="21540"/>
                      </a:cubicBezTo>
                      <a:lnTo>
                        <a:pt x="10747" y="21547"/>
                      </a:lnTo>
                      <a:cubicBezTo>
                        <a:pt x="10755" y="21547"/>
                        <a:pt x="10763" y="21547"/>
                        <a:pt x="10771" y="21547"/>
                      </a:cubicBezTo>
                      <a:cubicBezTo>
                        <a:pt x="10779" y="21547"/>
                        <a:pt x="10787" y="21547"/>
                        <a:pt x="10795" y="21547"/>
                      </a:cubicBezTo>
                      <a:cubicBezTo>
                        <a:pt x="10803" y="21547"/>
                        <a:pt x="10811" y="21547"/>
                        <a:pt x="10819" y="21547"/>
                      </a:cubicBezTo>
                      <a:cubicBezTo>
                        <a:pt x="10827" y="21547"/>
                        <a:pt x="10835" y="21547"/>
                        <a:pt x="10843" y="21547"/>
                      </a:cubicBezTo>
                      <a:lnTo>
                        <a:pt x="10843" y="21540"/>
                      </a:lnTo>
                      <a:cubicBezTo>
                        <a:pt x="13758" y="21600"/>
                        <a:pt x="16697" y="19844"/>
                        <a:pt x="19132" y="16564"/>
                      </a:cubicBezTo>
                      <a:cubicBezTo>
                        <a:pt x="19784" y="15686"/>
                        <a:pt x="20429" y="14698"/>
                        <a:pt x="20894" y="13219"/>
                      </a:cubicBezTo>
                      <a:cubicBezTo>
                        <a:pt x="21094" y="12584"/>
                        <a:pt x="21256" y="11872"/>
                        <a:pt x="21367" y="11104"/>
                      </a:cubicBezTo>
                      <a:cubicBezTo>
                        <a:pt x="21595" y="9522"/>
                        <a:pt x="21595" y="7816"/>
                        <a:pt x="21584" y="6144"/>
                      </a:cubicBezTo>
                      <a:cubicBezTo>
                        <a:pt x="21578" y="5206"/>
                        <a:pt x="21568" y="4268"/>
                        <a:pt x="21566" y="3330"/>
                      </a:cubicBezTo>
                      <a:cubicBezTo>
                        <a:pt x="21564" y="2220"/>
                        <a:pt x="21571" y="1113"/>
                        <a:pt x="21590" y="0"/>
                      </a:cubicBezTo>
                      <a:cubicBezTo>
                        <a:pt x="21581" y="262"/>
                        <a:pt x="21555" y="515"/>
                        <a:pt x="21533" y="769"/>
                      </a:cubicBezTo>
                      <a:cubicBezTo>
                        <a:pt x="21463" y="2130"/>
                        <a:pt x="21199" y="3373"/>
                        <a:pt x="20808" y="4522"/>
                      </a:cubicBezTo>
                      <a:cubicBezTo>
                        <a:pt x="20266" y="6116"/>
                        <a:pt x="19501" y="7593"/>
                        <a:pt x="18585" y="8736"/>
                      </a:cubicBezTo>
                      <a:cubicBezTo>
                        <a:pt x="17735" y="9796"/>
                        <a:pt x="16788" y="10568"/>
                        <a:pt x="15788" y="11127"/>
                      </a:cubicBezTo>
                      <a:cubicBezTo>
                        <a:pt x="14210" y="12010"/>
                        <a:pt x="12497" y="12350"/>
                        <a:pt x="10795" y="12350"/>
                      </a:cubicBezTo>
                      <a:cubicBezTo>
                        <a:pt x="9250" y="12350"/>
                        <a:pt x="7696" y="12062"/>
                        <a:pt x="6242" y="11350"/>
                      </a:cubicBezTo>
                      <a:cubicBezTo>
                        <a:pt x="5754" y="11129"/>
                        <a:pt x="5273" y="10858"/>
                        <a:pt x="4803" y="10481"/>
                      </a:cubicBezTo>
                      <a:cubicBezTo>
                        <a:pt x="4170" y="10008"/>
                        <a:pt x="3567" y="9436"/>
                        <a:pt x="3005" y="8736"/>
                      </a:cubicBezTo>
                      <a:cubicBezTo>
                        <a:pt x="2089" y="7593"/>
                        <a:pt x="1324" y="6116"/>
                        <a:pt x="782" y="4522"/>
                      </a:cubicBezTo>
                      <a:cubicBezTo>
                        <a:pt x="385" y="3356"/>
                        <a:pt x="122" y="2092"/>
                        <a:pt x="57" y="707"/>
                      </a:cubicBezTo>
                      <a:cubicBezTo>
                        <a:pt x="37" y="473"/>
                        <a:pt x="9" y="24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52" name="Shape 34372">
                  <a:extLst>
                    <a:ext uri="{FF2B5EF4-FFF2-40B4-BE49-F238E27FC236}">
                      <a16:creationId xmlns:a16="http://schemas.microsoft.com/office/drawing/2014/main" id="{E64FED29-3024-4CC4-BF76-67D2F596647F}"/>
                    </a:ext>
                  </a:extLst>
                </p:cNvPr>
                <p:cNvSpPr/>
                <p:nvPr/>
              </p:nvSpPr>
              <p:spPr>
                <a:xfrm rot="20580000" flipH="1">
                  <a:off x="25185" y="81153"/>
                  <a:ext cx="594155" cy="2610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3" h="21598" extrusionOk="0">
                      <a:moveTo>
                        <a:pt x="11453" y="1"/>
                      </a:moveTo>
                      <a:lnTo>
                        <a:pt x="10464" y="21560"/>
                      </a:lnTo>
                      <a:cubicBezTo>
                        <a:pt x="10565" y="21562"/>
                        <a:pt x="10664" y="21598"/>
                        <a:pt x="10765" y="21598"/>
                      </a:cubicBezTo>
                      <a:cubicBezTo>
                        <a:pt x="13542" y="21598"/>
                        <a:pt x="16353" y="20831"/>
                        <a:pt x="18542" y="18420"/>
                      </a:cubicBezTo>
                      <a:cubicBezTo>
                        <a:pt x="19457" y="17412"/>
                        <a:pt x="20213" y="16111"/>
                        <a:pt x="20755" y="14705"/>
                      </a:cubicBezTo>
                      <a:cubicBezTo>
                        <a:pt x="21245" y="13431"/>
                        <a:pt x="21557" y="12037"/>
                        <a:pt x="21509" y="10455"/>
                      </a:cubicBezTo>
                      <a:cubicBezTo>
                        <a:pt x="21456" y="8739"/>
                        <a:pt x="21018" y="7406"/>
                        <a:pt x="20470" y="6243"/>
                      </a:cubicBezTo>
                      <a:cubicBezTo>
                        <a:pt x="19908" y="5051"/>
                        <a:pt x="19211" y="3929"/>
                        <a:pt x="18442" y="3064"/>
                      </a:cubicBezTo>
                      <a:cubicBezTo>
                        <a:pt x="16432" y="803"/>
                        <a:pt x="14025" y="129"/>
                        <a:pt x="11620" y="1"/>
                      </a:cubicBezTo>
                      <a:cubicBezTo>
                        <a:pt x="11564" y="-2"/>
                        <a:pt x="11508" y="3"/>
                        <a:pt x="11453" y="1"/>
                      </a:cubicBezTo>
                      <a:close/>
                      <a:moveTo>
                        <a:pt x="9458" y="78"/>
                      </a:moveTo>
                      <a:cubicBezTo>
                        <a:pt x="7186" y="249"/>
                        <a:pt x="4941" y="957"/>
                        <a:pt x="3072" y="3064"/>
                      </a:cubicBezTo>
                      <a:cubicBezTo>
                        <a:pt x="2304" y="3931"/>
                        <a:pt x="1606" y="5051"/>
                        <a:pt x="1044" y="6243"/>
                      </a:cubicBezTo>
                      <a:cubicBezTo>
                        <a:pt x="496" y="7406"/>
                        <a:pt x="57" y="8739"/>
                        <a:pt x="5" y="10455"/>
                      </a:cubicBezTo>
                      <a:cubicBezTo>
                        <a:pt x="-43" y="12037"/>
                        <a:pt x="269" y="13431"/>
                        <a:pt x="759" y="14705"/>
                      </a:cubicBezTo>
                      <a:cubicBezTo>
                        <a:pt x="1301" y="16112"/>
                        <a:pt x="2057" y="17412"/>
                        <a:pt x="2972" y="18420"/>
                      </a:cubicBezTo>
                      <a:cubicBezTo>
                        <a:pt x="4529" y="20135"/>
                        <a:pt x="6433" y="20845"/>
                        <a:pt x="8385" y="21215"/>
                      </a:cubicBezTo>
                      <a:lnTo>
                        <a:pt x="9458" y="7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45" name="Group 34376">
                <a:extLst>
                  <a:ext uri="{FF2B5EF4-FFF2-40B4-BE49-F238E27FC236}">
                    <a16:creationId xmlns:a16="http://schemas.microsoft.com/office/drawing/2014/main" id="{CCA74FC3-D4CE-4539-BE5B-C01C06617961}"/>
                  </a:ext>
                </a:extLst>
              </p:cNvPr>
              <p:cNvGrpSpPr/>
              <p:nvPr/>
            </p:nvGrpSpPr>
            <p:grpSpPr>
              <a:xfrm>
                <a:off x="-1" y="381316"/>
                <a:ext cx="656003" cy="472391"/>
                <a:chOff x="0" y="0"/>
                <a:chExt cx="656001" cy="472390"/>
              </a:xfrm>
            </p:grpSpPr>
            <p:sp>
              <p:nvSpPr>
                <p:cNvPr id="49" name="Shape 34374">
                  <a:extLst>
                    <a:ext uri="{FF2B5EF4-FFF2-40B4-BE49-F238E27FC236}">
                      <a16:creationId xmlns:a16="http://schemas.microsoft.com/office/drawing/2014/main" id="{9BB98E9F-E245-4C34-BA63-0BBC4053A2AD}"/>
                    </a:ext>
                  </a:extLst>
                </p:cNvPr>
                <p:cNvSpPr/>
                <p:nvPr/>
              </p:nvSpPr>
              <p:spPr>
                <a:xfrm rot="720000">
                  <a:off x="17376" y="183221"/>
                  <a:ext cx="595633" cy="2297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0" h="21547" extrusionOk="0">
                      <a:moveTo>
                        <a:pt x="0" y="0"/>
                      </a:moveTo>
                      <a:cubicBezTo>
                        <a:pt x="19" y="1113"/>
                        <a:pt x="26" y="2220"/>
                        <a:pt x="24" y="3330"/>
                      </a:cubicBezTo>
                      <a:cubicBezTo>
                        <a:pt x="22" y="4268"/>
                        <a:pt x="12" y="5206"/>
                        <a:pt x="6" y="6144"/>
                      </a:cubicBezTo>
                      <a:cubicBezTo>
                        <a:pt x="-5" y="7816"/>
                        <a:pt x="-5" y="9522"/>
                        <a:pt x="223" y="11104"/>
                      </a:cubicBezTo>
                      <a:cubicBezTo>
                        <a:pt x="334" y="11872"/>
                        <a:pt x="496" y="12584"/>
                        <a:pt x="696" y="13219"/>
                      </a:cubicBezTo>
                      <a:cubicBezTo>
                        <a:pt x="1161" y="14698"/>
                        <a:pt x="1806" y="15686"/>
                        <a:pt x="2458" y="16564"/>
                      </a:cubicBezTo>
                      <a:cubicBezTo>
                        <a:pt x="4893" y="19844"/>
                        <a:pt x="7832" y="21600"/>
                        <a:pt x="10747" y="21540"/>
                      </a:cubicBezTo>
                      <a:lnTo>
                        <a:pt x="10747" y="21547"/>
                      </a:lnTo>
                      <a:cubicBezTo>
                        <a:pt x="10755" y="21547"/>
                        <a:pt x="10763" y="21547"/>
                        <a:pt x="10771" y="21547"/>
                      </a:cubicBezTo>
                      <a:cubicBezTo>
                        <a:pt x="10779" y="21547"/>
                        <a:pt x="10787" y="21547"/>
                        <a:pt x="10795" y="21547"/>
                      </a:cubicBezTo>
                      <a:cubicBezTo>
                        <a:pt x="10803" y="21547"/>
                        <a:pt x="10811" y="21547"/>
                        <a:pt x="10819" y="21547"/>
                      </a:cubicBezTo>
                      <a:cubicBezTo>
                        <a:pt x="10827" y="21547"/>
                        <a:pt x="10835" y="21547"/>
                        <a:pt x="10843" y="21547"/>
                      </a:cubicBezTo>
                      <a:lnTo>
                        <a:pt x="10843" y="21540"/>
                      </a:lnTo>
                      <a:cubicBezTo>
                        <a:pt x="13758" y="21600"/>
                        <a:pt x="16697" y="19844"/>
                        <a:pt x="19132" y="16564"/>
                      </a:cubicBezTo>
                      <a:cubicBezTo>
                        <a:pt x="19784" y="15686"/>
                        <a:pt x="20429" y="14698"/>
                        <a:pt x="20894" y="13219"/>
                      </a:cubicBezTo>
                      <a:cubicBezTo>
                        <a:pt x="21094" y="12584"/>
                        <a:pt x="21256" y="11872"/>
                        <a:pt x="21367" y="11104"/>
                      </a:cubicBezTo>
                      <a:cubicBezTo>
                        <a:pt x="21595" y="9522"/>
                        <a:pt x="21595" y="7816"/>
                        <a:pt x="21584" y="6144"/>
                      </a:cubicBezTo>
                      <a:cubicBezTo>
                        <a:pt x="21578" y="5206"/>
                        <a:pt x="21568" y="4268"/>
                        <a:pt x="21566" y="3330"/>
                      </a:cubicBezTo>
                      <a:cubicBezTo>
                        <a:pt x="21564" y="2220"/>
                        <a:pt x="21571" y="1113"/>
                        <a:pt x="21590" y="0"/>
                      </a:cubicBezTo>
                      <a:cubicBezTo>
                        <a:pt x="21581" y="262"/>
                        <a:pt x="21555" y="515"/>
                        <a:pt x="21533" y="769"/>
                      </a:cubicBezTo>
                      <a:cubicBezTo>
                        <a:pt x="21463" y="2130"/>
                        <a:pt x="21199" y="3373"/>
                        <a:pt x="20808" y="4522"/>
                      </a:cubicBezTo>
                      <a:cubicBezTo>
                        <a:pt x="20266" y="6116"/>
                        <a:pt x="19501" y="7593"/>
                        <a:pt x="18585" y="8736"/>
                      </a:cubicBezTo>
                      <a:cubicBezTo>
                        <a:pt x="17735" y="9796"/>
                        <a:pt x="16788" y="10568"/>
                        <a:pt x="15788" y="11127"/>
                      </a:cubicBezTo>
                      <a:cubicBezTo>
                        <a:pt x="14210" y="12010"/>
                        <a:pt x="12497" y="12350"/>
                        <a:pt x="10795" y="12350"/>
                      </a:cubicBezTo>
                      <a:cubicBezTo>
                        <a:pt x="9250" y="12350"/>
                        <a:pt x="7696" y="12062"/>
                        <a:pt x="6242" y="11350"/>
                      </a:cubicBezTo>
                      <a:cubicBezTo>
                        <a:pt x="5754" y="11129"/>
                        <a:pt x="5273" y="10858"/>
                        <a:pt x="4803" y="10481"/>
                      </a:cubicBezTo>
                      <a:cubicBezTo>
                        <a:pt x="4170" y="10008"/>
                        <a:pt x="3567" y="9436"/>
                        <a:pt x="3005" y="8736"/>
                      </a:cubicBezTo>
                      <a:cubicBezTo>
                        <a:pt x="2089" y="7593"/>
                        <a:pt x="1324" y="6116"/>
                        <a:pt x="782" y="4522"/>
                      </a:cubicBezTo>
                      <a:cubicBezTo>
                        <a:pt x="385" y="3356"/>
                        <a:pt x="122" y="2092"/>
                        <a:pt x="57" y="707"/>
                      </a:cubicBezTo>
                      <a:cubicBezTo>
                        <a:pt x="37" y="473"/>
                        <a:pt x="9" y="24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50" name="Shape 34375">
                  <a:extLst>
                    <a:ext uri="{FF2B5EF4-FFF2-40B4-BE49-F238E27FC236}">
                      <a16:creationId xmlns:a16="http://schemas.microsoft.com/office/drawing/2014/main" id="{ED00B209-FEF5-4AC0-9E13-7A522C518040}"/>
                    </a:ext>
                  </a:extLst>
                </p:cNvPr>
                <p:cNvSpPr/>
                <p:nvPr/>
              </p:nvSpPr>
              <p:spPr>
                <a:xfrm rot="720000">
                  <a:off x="41198" y="58913"/>
                  <a:ext cx="594155" cy="26108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3" h="21598" extrusionOk="0">
                      <a:moveTo>
                        <a:pt x="11453" y="1"/>
                      </a:moveTo>
                      <a:lnTo>
                        <a:pt x="10464" y="21560"/>
                      </a:lnTo>
                      <a:cubicBezTo>
                        <a:pt x="10565" y="21562"/>
                        <a:pt x="10664" y="21598"/>
                        <a:pt x="10765" y="21598"/>
                      </a:cubicBezTo>
                      <a:cubicBezTo>
                        <a:pt x="13542" y="21598"/>
                        <a:pt x="16353" y="20831"/>
                        <a:pt x="18542" y="18420"/>
                      </a:cubicBezTo>
                      <a:cubicBezTo>
                        <a:pt x="19457" y="17412"/>
                        <a:pt x="20213" y="16111"/>
                        <a:pt x="20755" y="14705"/>
                      </a:cubicBezTo>
                      <a:cubicBezTo>
                        <a:pt x="21245" y="13431"/>
                        <a:pt x="21557" y="12037"/>
                        <a:pt x="21509" y="10455"/>
                      </a:cubicBezTo>
                      <a:cubicBezTo>
                        <a:pt x="21456" y="8739"/>
                        <a:pt x="21018" y="7406"/>
                        <a:pt x="20470" y="6243"/>
                      </a:cubicBezTo>
                      <a:cubicBezTo>
                        <a:pt x="19908" y="5051"/>
                        <a:pt x="19211" y="3929"/>
                        <a:pt x="18442" y="3064"/>
                      </a:cubicBezTo>
                      <a:cubicBezTo>
                        <a:pt x="16432" y="803"/>
                        <a:pt x="14025" y="129"/>
                        <a:pt x="11620" y="1"/>
                      </a:cubicBezTo>
                      <a:cubicBezTo>
                        <a:pt x="11564" y="-2"/>
                        <a:pt x="11508" y="3"/>
                        <a:pt x="11453" y="1"/>
                      </a:cubicBezTo>
                      <a:close/>
                      <a:moveTo>
                        <a:pt x="9458" y="78"/>
                      </a:moveTo>
                      <a:cubicBezTo>
                        <a:pt x="7186" y="249"/>
                        <a:pt x="4941" y="957"/>
                        <a:pt x="3072" y="3064"/>
                      </a:cubicBezTo>
                      <a:cubicBezTo>
                        <a:pt x="2304" y="3931"/>
                        <a:pt x="1606" y="5051"/>
                        <a:pt x="1044" y="6243"/>
                      </a:cubicBezTo>
                      <a:cubicBezTo>
                        <a:pt x="496" y="7406"/>
                        <a:pt x="57" y="8739"/>
                        <a:pt x="5" y="10455"/>
                      </a:cubicBezTo>
                      <a:cubicBezTo>
                        <a:pt x="-43" y="12037"/>
                        <a:pt x="269" y="13431"/>
                        <a:pt x="759" y="14705"/>
                      </a:cubicBezTo>
                      <a:cubicBezTo>
                        <a:pt x="1301" y="16112"/>
                        <a:pt x="2057" y="17412"/>
                        <a:pt x="2972" y="18420"/>
                      </a:cubicBezTo>
                      <a:cubicBezTo>
                        <a:pt x="4529" y="20135"/>
                        <a:pt x="6433" y="20845"/>
                        <a:pt x="8385" y="21215"/>
                      </a:cubicBezTo>
                      <a:lnTo>
                        <a:pt x="9458" y="7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46" name="Group 34379">
                <a:extLst>
                  <a:ext uri="{FF2B5EF4-FFF2-40B4-BE49-F238E27FC236}">
                    <a16:creationId xmlns:a16="http://schemas.microsoft.com/office/drawing/2014/main" id="{A2CD6666-0AC5-4E12-846E-384A4FAAB17B}"/>
                  </a:ext>
                </a:extLst>
              </p:cNvPr>
              <p:cNvGrpSpPr/>
              <p:nvPr/>
            </p:nvGrpSpPr>
            <p:grpSpPr>
              <a:xfrm>
                <a:off x="433634" y="-1"/>
                <a:ext cx="628910" cy="416724"/>
                <a:chOff x="0" y="0"/>
                <a:chExt cx="628908" cy="416722"/>
              </a:xfrm>
            </p:grpSpPr>
            <p:sp>
              <p:nvSpPr>
                <p:cNvPr id="47" name="Shape 34377">
                  <a:extLst>
                    <a:ext uri="{FF2B5EF4-FFF2-40B4-BE49-F238E27FC236}">
                      <a16:creationId xmlns:a16="http://schemas.microsoft.com/office/drawing/2014/main" id="{B31128C1-9E05-4211-961C-DAEFCC8DED2A}"/>
                    </a:ext>
                  </a:extLst>
                </p:cNvPr>
                <p:cNvSpPr/>
                <p:nvPr/>
              </p:nvSpPr>
              <p:spPr>
                <a:xfrm rot="360000" flipH="1">
                  <a:off x="10376" y="156462"/>
                  <a:ext cx="595633" cy="22976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0" h="21547" extrusionOk="0">
                      <a:moveTo>
                        <a:pt x="0" y="0"/>
                      </a:moveTo>
                      <a:cubicBezTo>
                        <a:pt x="19" y="1113"/>
                        <a:pt x="26" y="2220"/>
                        <a:pt x="24" y="3330"/>
                      </a:cubicBezTo>
                      <a:cubicBezTo>
                        <a:pt x="22" y="4268"/>
                        <a:pt x="12" y="5206"/>
                        <a:pt x="6" y="6144"/>
                      </a:cubicBezTo>
                      <a:cubicBezTo>
                        <a:pt x="-5" y="7816"/>
                        <a:pt x="-5" y="9522"/>
                        <a:pt x="223" y="11104"/>
                      </a:cubicBezTo>
                      <a:cubicBezTo>
                        <a:pt x="334" y="11872"/>
                        <a:pt x="496" y="12584"/>
                        <a:pt x="696" y="13219"/>
                      </a:cubicBezTo>
                      <a:cubicBezTo>
                        <a:pt x="1161" y="14698"/>
                        <a:pt x="1806" y="15686"/>
                        <a:pt x="2458" y="16564"/>
                      </a:cubicBezTo>
                      <a:cubicBezTo>
                        <a:pt x="4893" y="19844"/>
                        <a:pt x="7832" y="21600"/>
                        <a:pt x="10747" y="21540"/>
                      </a:cubicBezTo>
                      <a:lnTo>
                        <a:pt x="10747" y="21547"/>
                      </a:lnTo>
                      <a:cubicBezTo>
                        <a:pt x="10755" y="21547"/>
                        <a:pt x="10763" y="21547"/>
                        <a:pt x="10771" y="21547"/>
                      </a:cubicBezTo>
                      <a:cubicBezTo>
                        <a:pt x="10779" y="21547"/>
                        <a:pt x="10787" y="21547"/>
                        <a:pt x="10795" y="21547"/>
                      </a:cubicBezTo>
                      <a:cubicBezTo>
                        <a:pt x="10803" y="21547"/>
                        <a:pt x="10811" y="21547"/>
                        <a:pt x="10819" y="21547"/>
                      </a:cubicBezTo>
                      <a:cubicBezTo>
                        <a:pt x="10827" y="21547"/>
                        <a:pt x="10835" y="21547"/>
                        <a:pt x="10843" y="21547"/>
                      </a:cubicBezTo>
                      <a:lnTo>
                        <a:pt x="10843" y="21540"/>
                      </a:lnTo>
                      <a:cubicBezTo>
                        <a:pt x="13758" y="21600"/>
                        <a:pt x="16697" y="19844"/>
                        <a:pt x="19132" y="16564"/>
                      </a:cubicBezTo>
                      <a:cubicBezTo>
                        <a:pt x="19784" y="15686"/>
                        <a:pt x="20429" y="14698"/>
                        <a:pt x="20894" y="13219"/>
                      </a:cubicBezTo>
                      <a:cubicBezTo>
                        <a:pt x="21094" y="12584"/>
                        <a:pt x="21256" y="11872"/>
                        <a:pt x="21367" y="11104"/>
                      </a:cubicBezTo>
                      <a:cubicBezTo>
                        <a:pt x="21595" y="9522"/>
                        <a:pt x="21595" y="7816"/>
                        <a:pt x="21584" y="6144"/>
                      </a:cubicBezTo>
                      <a:cubicBezTo>
                        <a:pt x="21578" y="5206"/>
                        <a:pt x="21568" y="4268"/>
                        <a:pt x="21566" y="3330"/>
                      </a:cubicBezTo>
                      <a:cubicBezTo>
                        <a:pt x="21564" y="2220"/>
                        <a:pt x="21571" y="1113"/>
                        <a:pt x="21590" y="0"/>
                      </a:cubicBezTo>
                      <a:cubicBezTo>
                        <a:pt x="21581" y="262"/>
                        <a:pt x="21555" y="515"/>
                        <a:pt x="21533" y="769"/>
                      </a:cubicBezTo>
                      <a:cubicBezTo>
                        <a:pt x="21463" y="2130"/>
                        <a:pt x="21199" y="3373"/>
                        <a:pt x="20808" y="4522"/>
                      </a:cubicBezTo>
                      <a:cubicBezTo>
                        <a:pt x="20266" y="6116"/>
                        <a:pt x="19501" y="7593"/>
                        <a:pt x="18585" y="8736"/>
                      </a:cubicBezTo>
                      <a:cubicBezTo>
                        <a:pt x="17735" y="9796"/>
                        <a:pt x="16788" y="10568"/>
                        <a:pt x="15788" y="11127"/>
                      </a:cubicBezTo>
                      <a:cubicBezTo>
                        <a:pt x="14210" y="12010"/>
                        <a:pt x="12497" y="12350"/>
                        <a:pt x="10795" y="12350"/>
                      </a:cubicBezTo>
                      <a:cubicBezTo>
                        <a:pt x="9250" y="12350"/>
                        <a:pt x="7696" y="12062"/>
                        <a:pt x="6242" y="11350"/>
                      </a:cubicBezTo>
                      <a:cubicBezTo>
                        <a:pt x="5754" y="11129"/>
                        <a:pt x="5273" y="10858"/>
                        <a:pt x="4803" y="10481"/>
                      </a:cubicBezTo>
                      <a:cubicBezTo>
                        <a:pt x="4170" y="10008"/>
                        <a:pt x="3567" y="9436"/>
                        <a:pt x="3005" y="8736"/>
                      </a:cubicBezTo>
                      <a:cubicBezTo>
                        <a:pt x="2089" y="7593"/>
                        <a:pt x="1324" y="6116"/>
                        <a:pt x="782" y="4522"/>
                      </a:cubicBezTo>
                      <a:cubicBezTo>
                        <a:pt x="385" y="3356"/>
                        <a:pt x="122" y="2092"/>
                        <a:pt x="57" y="707"/>
                      </a:cubicBezTo>
                      <a:cubicBezTo>
                        <a:pt x="37" y="473"/>
                        <a:pt x="9" y="242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48" name="Shape 34378">
                  <a:extLst>
                    <a:ext uri="{FF2B5EF4-FFF2-40B4-BE49-F238E27FC236}">
                      <a16:creationId xmlns:a16="http://schemas.microsoft.com/office/drawing/2014/main" id="{5D09FC34-0206-4252-9F40-25ECC086BBEE}"/>
                    </a:ext>
                  </a:extLst>
                </p:cNvPr>
                <p:cNvSpPr/>
                <p:nvPr/>
              </p:nvSpPr>
              <p:spPr>
                <a:xfrm rot="360000" flipH="1">
                  <a:off x="22736" y="30337"/>
                  <a:ext cx="594155" cy="2610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13" h="21598" extrusionOk="0">
                      <a:moveTo>
                        <a:pt x="11453" y="1"/>
                      </a:moveTo>
                      <a:lnTo>
                        <a:pt x="10464" y="21560"/>
                      </a:lnTo>
                      <a:cubicBezTo>
                        <a:pt x="10565" y="21562"/>
                        <a:pt x="10664" y="21598"/>
                        <a:pt x="10765" y="21598"/>
                      </a:cubicBezTo>
                      <a:cubicBezTo>
                        <a:pt x="13542" y="21598"/>
                        <a:pt x="16353" y="20831"/>
                        <a:pt x="18542" y="18420"/>
                      </a:cubicBezTo>
                      <a:cubicBezTo>
                        <a:pt x="19457" y="17412"/>
                        <a:pt x="20213" y="16111"/>
                        <a:pt x="20755" y="14705"/>
                      </a:cubicBezTo>
                      <a:cubicBezTo>
                        <a:pt x="21245" y="13431"/>
                        <a:pt x="21557" y="12037"/>
                        <a:pt x="21509" y="10455"/>
                      </a:cubicBezTo>
                      <a:cubicBezTo>
                        <a:pt x="21456" y="8739"/>
                        <a:pt x="21018" y="7406"/>
                        <a:pt x="20470" y="6243"/>
                      </a:cubicBezTo>
                      <a:cubicBezTo>
                        <a:pt x="19908" y="5051"/>
                        <a:pt x="19211" y="3929"/>
                        <a:pt x="18442" y="3064"/>
                      </a:cubicBezTo>
                      <a:cubicBezTo>
                        <a:pt x="16432" y="803"/>
                        <a:pt x="14025" y="129"/>
                        <a:pt x="11620" y="1"/>
                      </a:cubicBezTo>
                      <a:cubicBezTo>
                        <a:pt x="11564" y="-2"/>
                        <a:pt x="11508" y="3"/>
                        <a:pt x="11453" y="1"/>
                      </a:cubicBezTo>
                      <a:close/>
                      <a:moveTo>
                        <a:pt x="9458" y="78"/>
                      </a:moveTo>
                      <a:cubicBezTo>
                        <a:pt x="7186" y="249"/>
                        <a:pt x="4941" y="957"/>
                        <a:pt x="3072" y="3064"/>
                      </a:cubicBezTo>
                      <a:cubicBezTo>
                        <a:pt x="2304" y="3931"/>
                        <a:pt x="1606" y="5051"/>
                        <a:pt x="1044" y="6243"/>
                      </a:cubicBezTo>
                      <a:cubicBezTo>
                        <a:pt x="496" y="7406"/>
                        <a:pt x="57" y="8739"/>
                        <a:pt x="5" y="10455"/>
                      </a:cubicBezTo>
                      <a:cubicBezTo>
                        <a:pt x="-43" y="12037"/>
                        <a:pt x="269" y="13431"/>
                        <a:pt x="759" y="14705"/>
                      </a:cubicBezTo>
                      <a:cubicBezTo>
                        <a:pt x="1301" y="16112"/>
                        <a:pt x="2057" y="17412"/>
                        <a:pt x="2972" y="18420"/>
                      </a:cubicBezTo>
                      <a:cubicBezTo>
                        <a:pt x="4529" y="20135"/>
                        <a:pt x="6433" y="20845"/>
                        <a:pt x="8385" y="21215"/>
                      </a:cubicBezTo>
                      <a:lnTo>
                        <a:pt x="9458" y="7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58" name="Group 34364">
            <a:extLst>
              <a:ext uri="{FF2B5EF4-FFF2-40B4-BE49-F238E27FC236}">
                <a16:creationId xmlns:a16="http://schemas.microsoft.com/office/drawing/2014/main" id="{3D61530E-390A-49D2-BF9B-01C45C768CBB}"/>
              </a:ext>
            </a:extLst>
          </p:cNvPr>
          <p:cNvGrpSpPr/>
          <p:nvPr/>
        </p:nvGrpSpPr>
        <p:grpSpPr>
          <a:xfrm>
            <a:off x="1431627" y="8074402"/>
            <a:ext cx="1102731" cy="2080719"/>
            <a:chOff x="0" y="25399"/>
            <a:chExt cx="2925844" cy="5076358"/>
          </a:xfrm>
        </p:grpSpPr>
        <p:grpSp>
          <p:nvGrpSpPr>
            <p:cNvPr id="59" name="Group 34326">
              <a:extLst>
                <a:ext uri="{FF2B5EF4-FFF2-40B4-BE49-F238E27FC236}">
                  <a16:creationId xmlns:a16="http://schemas.microsoft.com/office/drawing/2014/main" id="{A2E456DF-FCB5-4E91-937F-0BD608A1C5E4}"/>
                </a:ext>
              </a:extLst>
            </p:cNvPr>
            <p:cNvGrpSpPr/>
            <p:nvPr/>
          </p:nvGrpSpPr>
          <p:grpSpPr>
            <a:xfrm>
              <a:off x="0" y="25399"/>
              <a:ext cx="2925845" cy="5076360"/>
              <a:chOff x="0" y="25399"/>
              <a:chExt cx="2925844" cy="5076358"/>
            </a:xfrm>
          </p:grpSpPr>
          <p:sp>
            <p:nvSpPr>
              <p:cNvPr id="97" name="Shape 34321">
                <a:extLst>
                  <a:ext uri="{FF2B5EF4-FFF2-40B4-BE49-F238E27FC236}">
                    <a16:creationId xmlns:a16="http://schemas.microsoft.com/office/drawing/2014/main" id="{7648BCB8-EE4E-414F-945C-3D53456B0BFA}"/>
                  </a:ext>
                </a:extLst>
              </p:cNvPr>
              <p:cNvSpPr/>
              <p:nvPr/>
            </p:nvSpPr>
            <p:spPr>
              <a:xfrm>
                <a:off x="123252" y="891125"/>
                <a:ext cx="2679340" cy="3566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0"/>
                    </a:lnTo>
                    <a:cubicBezTo>
                      <a:pt x="21018" y="465"/>
                      <a:pt x="20240" y="895"/>
                      <a:pt x="19311" y="1232"/>
                    </a:cubicBezTo>
                    <a:cubicBezTo>
                      <a:pt x="16917" y="2099"/>
                      <a:pt x="13837" y="2379"/>
                      <a:pt x="10800" y="2379"/>
                    </a:cubicBezTo>
                    <a:cubicBezTo>
                      <a:pt x="7763" y="2379"/>
                      <a:pt x="4683" y="2099"/>
                      <a:pt x="2289" y="1232"/>
                    </a:cubicBezTo>
                    <a:cubicBezTo>
                      <a:pt x="1360" y="895"/>
                      <a:pt x="582" y="465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98" name="Shape 34322">
                <a:extLst>
                  <a:ext uri="{FF2B5EF4-FFF2-40B4-BE49-F238E27FC236}">
                    <a16:creationId xmlns:a16="http://schemas.microsoft.com/office/drawing/2014/main" id="{5B96165E-57D8-4A15-A455-6DF274685E42}"/>
                  </a:ext>
                </a:extLst>
              </p:cNvPr>
              <p:cNvSpPr/>
              <p:nvPr/>
            </p:nvSpPr>
            <p:spPr>
              <a:xfrm>
                <a:off x="123303" y="3812840"/>
                <a:ext cx="2679641" cy="12889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99" name="Shape 34323">
                <a:extLst>
                  <a:ext uri="{FF2B5EF4-FFF2-40B4-BE49-F238E27FC236}">
                    <a16:creationId xmlns:a16="http://schemas.microsoft.com/office/drawing/2014/main" id="{52081500-8016-41B6-80EA-80034F0D4465}"/>
                  </a:ext>
                </a:extLst>
              </p:cNvPr>
              <p:cNvSpPr/>
              <p:nvPr/>
            </p:nvSpPr>
            <p:spPr>
              <a:xfrm>
                <a:off x="123303" y="246665"/>
                <a:ext cx="2679641" cy="1288920"/>
              </a:xfrm>
              <a:prstGeom prst="ellipse">
                <a:avLst/>
              </a:prstGeom>
              <a:solidFill>
                <a:srgbClr val="EBB56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821560">
                  <a:lnSpc>
                    <a:spcPct val="90000"/>
                  </a:lnSpc>
                  <a:spcBef>
                    <a:spcPts val="1406"/>
                  </a:spcBef>
                  <a:defRPr sz="1800" spc="0">
                    <a:solidFill>
                      <a:srgbClr val="FFFFFF"/>
                    </a:solidFill>
                    <a:latin typeface="Avenir Next"/>
                    <a:ea typeface="Avenir Next"/>
                    <a:cs typeface="Avenir Next"/>
                    <a:sym typeface="Avenir Next"/>
                  </a:defRPr>
                </a:pPr>
                <a:endParaRPr sz="2531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</p:txBody>
          </p:sp>
          <p:sp>
            <p:nvSpPr>
              <p:cNvPr id="100" name="Shape 34324">
                <a:extLst>
                  <a:ext uri="{FF2B5EF4-FFF2-40B4-BE49-F238E27FC236}">
                    <a16:creationId xmlns:a16="http://schemas.microsoft.com/office/drawing/2014/main" id="{D7CB6E6B-5BB4-4DEB-A7D1-50208BF79E09}"/>
                  </a:ext>
                </a:extLst>
              </p:cNvPr>
              <p:cNvSpPr/>
              <p:nvPr/>
            </p:nvSpPr>
            <p:spPr>
              <a:xfrm>
                <a:off x="0" y="649477"/>
                <a:ext cx="2925845" cy="11286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0" h="21547" extrusionOk="0">
                    <a:moveTo>
                      <a:pt x="0" y="0"/>
                    </a:moveTo>
                    <a:cubicBezTo>
                      <a:pt x="19" y="1113"/>
                      <a:pt x="26" y="2220"/>
                      <a:pt x="24" y="3330"/>
                    </a:cubicBezTo>
                    <a:cubicBezTo>
                      <a:pt x="22" y="4268"/>
                      <a:pt x="12" y="5206"/>
                      <a:pt x="6" y="6144"/>
                    </a:cubicBezTo>
                    <a:cubicBezTo>
                      <a:pt x="-5" y="7816"/>
                      <a:pt x="-5" y="9522"/>
                      <a:pt x="223" y="11104"/>
                    </a:cubicBezTo>
                    <a:cubicBezTo>
                      <a:pt x="334" y="11872"/>
                      <a:pt x="496" y="12584"/>
                      <a:pt x="696" y="13219"/>
                    </a:cubicBezTo>
                    <a:cubicBezTo>
                      <a:pt x="1161" y="14698"/>
                      <a:pt x="1806" y="15686"/>
                      <a:pt x="2458" y="16564"/>
                    </a:cubicBezTo>
                    <a:cubicBezTo>
                      <a:pt x="4893" y="19844"/>
                      <a:pt x="7832" y="21600"/>
                      <a:pt x="10747" y="21540"/>
                    </a:cubicBezTo>
                    <a:lnTo>
                      <a:pt x="10747" y="21547"/>
                    </a:lnTo>
                    <a:cubicBezTo>
                      <a:pt x="10755" y="21547"/>
                      <a:pt x="10763" y="21547"/>
                      <a:pt x="10771" y="21547"/>
                    </a:cubicBezTo>
                    <a:cubicBezTo>
                      <a:pt x="10779" y="21547"/>
                      <a:pt x="10787" y="21547"/>
                      <a:pt x="10795" y="21547"/>
                    </a:cubicBezTo>
                    <a:cubicBezTo>
                      <a:pt x="10803" y="21547"/>
                      <a:pt x="10811" y="21547"/>
                      <a:pt x="10819" y="21547"/>
                    </a:cubicBezTo>
                    <a:cubicBezTo>
                      <a:pt x="10827" y="21547"/>
                      <a:pt x="10835" y="21547"/>
                      <a:pt x="10843" y="21547"/>
                    </a:cubicBezTo>
                    <a:lnTo>
                      <a:pt x="10843" y="21540"/>
                    </a:lnTo>
                    <a:cubicBezTo>
                      <a:pt x="13758" y="21600"/>
                      <a:pt x="16697" y="19844"/>
                      <a:pt x="19132" y="16564"/>
                    </a:cubicBezTo>
                    <a:cubicBezTo>
                      <a:pt x="19784" y="15686"/>
                      <a:pt x="20429" y="14698"/>
                      <a:pt x="20894" y="13219"/>
                    </a:cubicBezTo>
                    <a:cubicBezTo>
                      <a:pt x="21094" y="12584"/>
                      <a:pt x="21256" y="11872"/>
                      <a:pt x="21367" y="11104"/>
                    </a:cubicBezTo>
                    <a:cubicBezTo>
                      <a:pt x="21595" y="9522"/>
                      <a:pt x="21595" y="7816"/>
                      <a:pt x="21584" y="6144"/>
                    </a:cubicBezTo>
                    <a:cubicBezTo>
                      <a:pt x="21578" y="5206"/>
                      <a:pt x="21568" y="4268"/>
                      <a:pt x="21566" y="3330"/>
                    </a:cubicBezTo>
                    <a:cubicBezTo>
                      <a:pt x="21564" y="2220"/>
                      <a:pt x="21571" y="1113"/>
                      <a:pt x="21590" y="0"/>
                    </a:cubicBezTo>
                    <a:cubicBezTo>
                      <a:pt x="21581" y="262"/>
                      <a:pt x="21555" y="515"/>
                      <a:pt x="21533" y="769"/>
                    </a:cubicBezTo>
                    <a:cubicBezTo>
                      <a:pt x="21463" y="2130"/>
                      <a:pt x="21199" y="3373"/>
                      <a:pt x="20808" y="4522"/>
                    </a:cubicBezTo>
                    <a:cubicBezTo>
                      <a:pt x="20266" y="6116"/>
                      <a:pt x="19501" y="7593"/>
                      <a:pt x="18585" y="8736"/>
                    </a:cubicBezTo>
                    <a:cubicBezTo>
                      <a:pt x="17735" y="9796"/>
                      <a:pt x="16788" y="10568"/>
                      <a:pt x="15788" y="11127"/>
                    </a:cubicBezTo>
                    <a:cubicBezTo>
                      <a:pt x="14210" y="12010"/>
                      <a:pt x="12497" y="12350"/>
                      <a:pt x="10795" y="12350"/>
                    </a:cubicBezTo>
                    <a:cubicBezTo>
                      <a:pt x="9250" y="12350"/>
                      <a:pt x="7696" y="12062"/>
                      <a:pt x="6242" y="11350"/>
                    </a:cubicBezTo>
                    <a:cubicBezTo>
                      <a:pt x="5754" y="11129"/>
                      <a:pt x="5273" y="10858"/>
                      <a:pt x="4803" y="10481"/>
                    </a:cubicBezTo>
                    <a:cubicBezTo>
                      <a:pt x="4170" y="10008"/>
                      <a:pt x="3567" y="9436"/>
                      <a:pt x="3005" y="8736"/>
                    </a:cubicBezTo>
                    <a:cubicBezTo>
                      <a:pt x="2089" y="7593"/>
                      <a:pt x="1324" y="6116"/>
                      <a:pt x="782" y="4522"/>
                    </a:cubicBezTo>
                    <a:cubicBezTo>
                      <a:pt x="385" y="3356"/>
                      <a:pt x="122" y="2092"/>
                      <a:pt x="57" y="707"/>
                    </a:cubicBezTo>
                    <a:cubicBezTo>
                      <a:pt x="37" y="473"/>
                      <a:pt x="9" y="24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01" name="Shape 34325">
                <a:extLst>
                  <a:ext uri="{FF2B5EF4-FFF2-40B4-BE49-F238E27FC236}">
                    <a16:creationId xmlns:a16="http://schemas.microsoft.com/office/drawing/2014/main" id="{7F871F1E-E294-452D-9F8A-26A89F62DA9F}"/>
                  </a:ext>
                </a:extLst>
              </p:cNvPr>
              <p:cNvSpPr/>
              <p:nvPr/>
            </p:nvSpPr>
            <p:spPr>
              <a:xfrm>
                <a:off x="4152" y="25399"/>
                <a:ext cx="2917541" cy="1283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14" h="21591" extrusionOk="0">
                    <a:moveTo>
                      <a:pt x="9765" y="23"/>
                    </a:moveTo>
                    <a:cubicBezTo>
                      <a:pt x="7388" y="148"/>
                      <a:pt x="5021" y="879"/>
                      <a:pt x="3067" y="3078"/>
                    </a:cubicBezTo>
                    <a:cubicBezTo>
                      <a:pt x="2299" y="3944"/>
                      <a:pt x="1601" y="5052"/>
                      <a:pt x="1039" y="6242"/>
                    </a:cubicBezTo>
                    <a:cubicBezTo>
                      <a:pt x="490" y="7403"/>
                      <a:pt x="58" y="8734"/>
                      <a:pt x="5" y="10448"/>
                    </a:cubicBezTo>
                    <a:cubicBezTo>
                      <a:pt x="-43" y="12028"/>
                      <a:pt x="260" y="13423"/>
                      <a:pt x="751" y="14695"/>
                    </a:cubicBezTo>
                    <a:cubicBezTo>
                      <a:pt x="1293" y="16100"/>
                      <a:pt x="2057" y="17401"/>
                      <a:pt x="2972" y="18407"/>
                    </a:cubicBezTo>
                    <a:cubicBezTo>
                      <a:pt x="5162" y="20815"/>
                      <a:pt x="7979" y="21591"/>
                      <a:pt x="10757" y="21591"/>
                    </a:cubicBezTo>
                    <a:cubicBezTo>
                      <a:pt x="13535" y="21591"/>
                      <a:pt x="16352" y="20815"/>
                      <a:pt x="18542" y="18407"/>
                    </a:cubicBezTo>
                    <a:cubicBezTo>
                      <a:pt x="19457" y="17401"/>
                      <a:pt x="20221" y="16100"/>
                      <a:pt x="20763" y="14695"/>
                    </a:cubicBezTo>
                    <a:cubicBezTo>
                      <a:pt x="21254" y="13423"/>
                      <a:pt x="21557" y="12028"/>
                      <a:pt x="21509" y="10448"/>
                    </a:cubicBezTo>
                    <a:cubicBezTo>
                      <a:pt x="21456" y="8735"/>
                      <a:pt x="21024" y="7403"/>
                      <a:pt x="20475" y="6242"/>
                    </a:cubicBezTo>
                    <a:cubicBezTo>
                      <a:pt x="19913" y="5051"/>
                      <a:pt x="19216" y="3942"/>
                      <a:pt x="18447" y="3078"/>
                    </a:cubicBezTo>
                    <a:cubicBezTo>
                      <a:pt x="16436" y="821"/>
                      <a:pt x="14028" y="154"/>
                      <a:pt x="11622" y="26"/>
                    </a:cubicBezTo>
                    <a:cubicBezTo>
                      <a:pt x="11003" y="-6"/>
                      <a:pt x="10384" y="-9"/>
                      <a:pt x="9765" y="2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endParaRPr sz="5063" dirty="0">
                  <a:latin typeface="Lato Light" panose="020F0502020204030203" pitchFamily="34" charset="0"/>
                </a:endParaRPr>
              </a:p>
            </p:txBody>
          </p:sp>
        </p:grpSp>
        <p:grpSp>
          <p:nvGrpSpPr>
            <p:cNvPr id="60" name="Group 34363">
              <a:extLst>
                <a:ext uri="{FF2B5EF4-FFF2-40B4-BE49-F238E27FC236}">
                  <a16:creationId xmlns:a16="http://schemas.microsoft.com/office/drawing/2014/main" id="{7F5B97FC-16D1-42D0-A867-4CAEE4FCE07B}"/>
                </a:ext>
              </a:extLst>
            </p:cNvPr>
            <p:cNvGrpSpPr/>
            <p:nvPr/>
          </p:nvGrpSpPr>
          <p:grpSpPr>
            <a:xfrm>
              <a:off x="95746" y="1911876"/>
              <a:ext cx="2700965" cy="3171491"/>
              <a:chOff x="0" y="0"/>
              <a:chExt cx="2700963" cy="3171490"/>
            </a:xfrm>
          </p:grpSpPr>
          <p:grpSp>
            <p:nvGrpSpPr>
              <p:cNvPr id="61" name="Group 34331">
                <a:extLst>
                  <a:ext uri="{FF2B5EF4-FFF2-40B4-BE49-F238E27FC236}">
                    <a16:creationId xmlns:a16="http://schemas.microsoft.com/office/drawing/2014/main" id="{78C72395-7034-4BCB-BB3F-2BF9B093C910}"/>
                  </a:ext>
                </a:extLst>
              </p:cNvPr>
              <p:cNvGrpSpPr/>
              <p:nvPr/>
            </p:nvGrpSpPr>
            <p:grpSpPr>
              <a:xfrm>
                <a:off x="38810" y="-1"/>
                <a:ext cx="2662155" cy="2321177"/>
                <a:chOff x="0" y="0"/>
                <a:chExt cx="2662153" cy="2321176"/>
              </a:xfrm>
            </p:grpSpPr>
            <p:sp>
              <p:nvSpPr>
                <p:cNvPr id="93" name="Shape 34327">
                  <a:extLst>
                    <a:ext uri="{FF2B5EF4-FFF2-40B4-BE49-F238E27FC236}">
                      <a16:creationId xmlns:a16="http://schemas.microsoft.com/office/drawing/2014/main" id="{C83D8EB0-BEA6-412E-8A2A-C6D0FE6EBCDA}"/>
                    </a:ext>
                  </a:extLst>
                </p:cNvPr>
                <p:cNvSpPr/>
                <p:nvPr/>
              </p:nvSpPr>
              <p:spPr>
                <a:xfrm>
                  <a:off x="856202" y="0"/>
                  <a:ext cx="1774608" cy="11408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28" h="21032" extrusionOk="0">
                      <a:moveTo>
                        <a:pt x="17792" y="19"/>
                      </a:moveTo>
                      <a:cubicBezTo>
                        <a:pt x="17254" y="96"/>
                        <a:pt x="16750" y="396"/>
                        <a:pt x="16319" y="842"/>
                      </a:cubicBezTo>
                      <a:lnTo>
                        <a:pt x="20304" y="8080"/>
                      </a:lnTo>
                      <a:cubicBezTo>
                        <a:pt x="20787" y="7319"/>
                        <a:pt x="21120" y="6329"/>
                        <a:pt x="21185" y="5192"/>
                      </a:cubicBezTo>
                      <a:cubicBezTo>
                        <a:pt x="21260" y="3878"/>
                        <a:pt x="20977" y="2638"/>
                        <a:pt x="20463" y="1702"/>
                      </a:cubicBezTo>
                      <a:cubicBezTo>
                        <a:pt x="19948" y="765"/>
                        <a:pt x="19201" y="134"/>
                        <a:pt x="18340" y="19"/>
                      </a:cubicBezTo>
                      <a:cubicBezTo>
                        <a:pt x="18154" y="-6"/>
                        <a:pt x="17971" y="-7"/>
                        <a:pt x="17792" y="19"/>
                      </a:cubicBezTo>
                      <a:close/>
                      <a:moveTo>
                        <a:pt x="15828" y="1466"/>
                      </a:moveTo>
                      <a:cubicBezTo>
                        <a:pt x="15345" y="2227"/>
                        <a:pt x="15012" y="3225"/>
                        <a:pt x="14947" y="4362"/>
                      </a:cubicBezTo>
                      <a:cubicBezTo>
                        <a:pt x="14850" y="6051"/>
                        <a:pt x="15349" y="7604"/>
                        <a:pt x="16170" y="8565"/>
                      </a:cubicBezTo>
                      <a:cubicBezTo>
                        <a:pt x="15785" y="9116"/>
                        <a:pt x="15478" y="9804"/>
                        <a:pt x="15313" y="10630"/>
                      </a:cubicBezTo>
                      <a:cubicBezTo>
                        <a:pt x="15280" y="10796"/>
                        <a:pt x="15261" y="10963"/>
                        <a:pt x="15241" y="11129"/>
                      </a:cubicBezTo>
                      <a:cubicBezTo>
                        <a:pt x="15038" y="10789"/>
                        <a:pt x="14810" y="10488"/>
                        <a:pt x="14557" y="10248"/>
                      </a:cubicBezTo>
                      <a:lnTo>
                        <a:pt x="11843" y="18750"/>
                      </a:lnTo>
                      <a:cubicBezTo>
                        <a:pt x="12494" y="19113"/>
                        <a:pt x="13225" y="19172"/>
                        <a:pt x="13932" y="18801"/>
                      </a:cubicBezTo>
                      <a:cubicBezTo>
                        <a:pt x="15030" y="18223"/>
                        <a:pt x="15768" y="16797"/>
                        <a:pt x="15972" y="15171"/>
                      </a:cubicBezTo>
                      <a:cubicBezTo>
                        <a:pt x="16339" y="15814"/>
                        <a:pt x="16814" y="16329"/>
                        <a:pt x="17387" y="16596"/>
                      </a:cubicBezTo>
                      <a:cubicBezTo>
                        <a:pt x="19040" y="17368"/>
                        <a:pt x="20790" y="15945"/>
                        <a:pt x="21295" y="13422"/>
                      </a:cubicBezTo>
                      <a:cubicBezTo>
                        <a:pt x="21514" y="12331"/>
                        <a:pt x="21450" y="11221"/>
                        <a:pt x="21190" y="10240"/>
                      </a:cubicBezTo>
                      <a:lnTo>
                        <a:pt x="16030" y="14421"/>
                      </a:lnTo>
                      <a:cubicBezTo>
                        <a:pt x="16037" y="14069"/>
                        <a:pt x="16014" y="13719"/>
                        <a:pt x="15967" y="13363"/>
                      </a:cubicBezTo>
                      <a:lnTo>
                        <a:pt x="20886" y="9373"/>
                      </a:lnTo>
                      <a:cubicBezTo>
                        <a:pt x="20500" y="8494"/>
                        <a:pt x="19931" y="7789"/>
                        <a:pt x="19216" y="7455"/>
                      </a:cubicBezTo>
                      <a:cubicBezTo>
                        <a:pt x="19178" y="7437"/>
                        <a:pt x="19139" y="7434"/>
                        <a:pt x="19101" y="7418"/>
                      </a:cubicBezTo>
                      <a:lnTo>
                        <a:pt x="15828" y="1466"/>
                      </a:lnTo>
                      <a:close/>
                      <a:moveTo>
                        <a:pt x="11621" y="1937"/>
                      </a:moveTo>
                      <a:cubicBezTo>
                        <a:pt x="11000" y="1846"/>
                        <a:pt x="10385" y="2043"/>
                        <a:pt x="9855" y="2473"/>
                      </a:cubicBezTo>
                      <a:cubicBezTo>
                        <a:pt x="9148" y="3047"/>
                        <a:pt x="8587" y="4033"/>
                        <a:pt x="8334" y="5295"/>
                      </a:cubicBezTo>
                      <a:cubicBezTo>
                        <a:pt x="8199" y="5971"/>
                        <a:pt x="8182" y="6653"/>
                        <a:pt x="8243" y="7308"/>
                      </a:cubicBezTo>
                      <a:cubicBezTo>
                        <a:pt x="7691" y="7182"/>
                        <a:pt x="7144" y="7285"/>
                        <a:pt x="6645" y="7580"/>
                      </a:cubicBezTo>
                      <a:lnTo>
                        <a:pt x="9455" y="16009"/>
                      </a:lnTo>
                      <a:cubicBezTo>
                        <a:pt x="9612" y="15854"/>
                        <a:pt x="9760" y="15674"/>
                        <a:pt x="9898" y="15480"/>
                      </a:cubicBezTo>
                      <a:cubicBezTo>
                        <a:pt x="9919" y="15600"/>
                        <a:pt x="9929" y="15720"/>
                        <a:pt x="9956" y="15840"/>
                      </a:cubicBezTo>
                      <a:cubicBezTo>
                        <a:pt x="10199" y="16919"/>
                        <a:pt x="10676" y="17764"/>
                        <a:pt x="11265" y="18323"/>
                      </a:cubicBezTo>
                      <a:lnTo>
                        <a:pt x="13980" y="9821"/>
                      </a:lnTo>
                      <a:cubicBezTo>
                        <a:pt x="13903" y="9778"/>
                        <a:pt x="13823" y="9753"/>
                        <a:pt x="13744" y="9718"/>
                      </a:cubicBezTo>
                      <a:cubicBezTo>
                        <a:pt x="13996" y="9250"/>
                        <a:pt x="14193" y="8703"/>
                        <a:pt x="14317" y="8087"/>
                      </a:cubicBezTo>
                      <a:cubicBezTo>
                        <a:pt x="14535" y="6996"/>
                        <a:pt x="14472" y="5886"/>
                        <a:pt x="14211" y="4905"/>
                      </a:cubicBezTo>
                      <a:lnTo>
                        <a:pt x="9840" y="8455"/>
                      </a:lnTo>
                      <a:cubicBezTo>
                        <a:pt x="9662" y="8213"/>
                        <a:pt x="9464" y="8000"/>
                        <a:pt x="9248" y="7823"/>
                      </a:cubicBezTo>
                      <a:lnTo>
                        <a:pt x="13907" y="4038"/>
                      </a:lnTo>
                      <a:cubicBezTo>
                        <a:pt x="13521" y="3159"/>
                        <a:pt x="12957" y="2461"/>
                        <a:pt x="12242" y="2128"/>
                      </a:cubicBezTo>
                      <a:cubicBezTo>
                        <a:pt x="12036" y="2031"/>
                        <a:pt x="11828" y="1967"/>
                        <a:pt x="11621" y="1937"/>
                      </a:cubicBezTo>
                      <a:close/>
                      <a:moveTo>
                        <a:pt x="6072" y="8028"/>
                      </a:moveTo>
                      <a:cubicBezTo>
                        <a:pt x="5490" y="8603"/>
                        <a:pt x="5018" y="9456"/>
                        <a:pt x="4787" y="10541"/>
                      </a:cubicBezTo>
                      <a:cubicBezTo>
                        <a:pt x="4677" y="11056"/>
                        <a:pt x="4642" y="11580"/>
                        <a:pt x="4647" y="12092"/>
                      </a:cubicBezTo>
                      <a:cubicBezTo>
                        <a:pt x="4458" y="11927"/>
                        <a:pt x="4259" y="11782"/>
                        <a:pt x="4041" y="11680"/>
                      </a:cubicBezTo>
                      <a:cubicBezTo>
                        <a:pt x="3215" y="11295"/>
                        <a:pt x="2360" y="11459"/>
                        <a:pt x="1654" y="12033"/>
                      </a:cubicBezTo>
                      <a:cubicBezTo>
                        <a:pt x="947" y="12607"/>
                        <a:pt x="385" y="13594"/>
                        <a:pt x="133" y="14855"/>
                      </a:cubicBezTo>
                      <a:cubicBezTo>
                        <a:pt x="-86" y="15947"/>
                        <a:pt x="-23" y="17056"/>
                        <a:pt x="239" y="18037"/>
                      </a:cubicBezTo>
                      <a:lnTo>
                        <a:pt x="4975" y="14194"/>
                      </a:lnTo>
                      <a:cubicBezTo>
                        <a:pt x="5072" y="14485"/>
                        <a:pt x="5196" y="14760"/>
                        <a:pt x="5331" y="15017"/>
                      </a:cubicBezTo>
                      <a:lnTo>
                        <a:pt x="542" y="18904"/>
                      </a:lnTo>
                      <a:cubicBezTo>
                        <a:pt x="928" y="19783"/>
                        <a:pt x="1497" y="20488"/>
                        <a:pt x="2212" y="20822"/>
                      </a:cubicBezTo>
                      <a:cubicBezTo>
                        <a:pt x="3864" y="21593"/>
                        <a:pt x="5615" y="20170"/>
                        <a:pt x="6120" y="17647"/>
                      </a:cubicBezTo>
                      <a:cubicBezTo>
                        <a:pt x="6218" y="17159"/>
                        <a:pt x="6248" y="16668"/>
                        <a:pt x="6240" y="16185"/>
                      </a:cubicBezTo>
                      <a:cubicBezTo>
                        <a:pt x="6415" y="16333"/>
                        <a:pt x="6597" y="16462"/>
                        <a:pt x="6794" y="16560"/>
                      </a:cubicBezTo>
                      <a:cubicBezTo>
                        <a:pt x="7505" y="16912"/>
                        <a:pt x="8236" y="16838"/>
                        <a:pt x="8883" y="16457"/>
                      </a:cubicBezTo>
                      <a:lnTo>
                        <a:pt x="6072" y="8028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94" name="Shape 34328">
                  <a:extLst>
                    <a:ext uri="{FF2B5EF4-FFF2-40B4-BE49-F238E27FC236}">
                      <a16:creationId xmlns:a16="http://schemas.microsoft.com/office/drawing/2014/main" id="{06BF34C9-1C32-4B43-82C6-2F81A058F65D}"/>
                    </a:ext>
                  </a:extLst>
                </p:cNvPr>
                <p:cNvSpPr/>
                <p:nvPr/>
              </p:nvSpPr>
              <p:spPr>
                <a:xfrm>
                  <a:off x="3186" y="526021"/>
                  <a:ext cx="2658968" cy="8834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4" h="20973" extrusionOk="0">
                      <a:moveTo>
                        <a:pt x="2285" y="28"/>
                      </a:moveTo>
                      <a:cubicBezTo>
                        <a:pt x="1869" y="-88"/>
                        <a:pt x="1461" y="165"/>
                        <a:pt x="1106" y="719"/>
                      </a:cubicBezTo>
                      <a:cubicBezTo>
                        <a:pt x="633" y="1458"/>
                        <a:pt x="257" y="2728"/>
                        <a:pt x="88" y="4353"/>
                      </a:cubicBezTo>
                      <a:cubicBezTo>
                        <a:pt x="-58" y="5759"/>
                        <a:pt x="-16" y="7196"/>
                        <a:pt x="159" y="8460"/>
                      </a:cubicBezTo>
                      <a:lnTo>
                        <a:pt x="3818" y="2735"/>
                      </a:lnTo>
                      <a:cubicBezTo>
                        <a:pt x="3559" y="1602"/>
                        <a:pt x="3179" y="704"/>
                        <a:pt x="2700" y="274"/>
                      </a:cubicBezTo>
                      <a:cubicBezTo>
                        <a:pt x="2562" y="150"/>
                        <a:pt x="2423" y="67"/>
                        <a:pt x="2285" y="28"/>
                      </a:cubicBezTo>
                      <a:close/>
                      <a:moveTo>
                        <a:pt x="19589" y="2517"/>
                      </a:moveTo>
                      <a:cubicBezTo>
                        <a:pt x="19173" y="2401"/>
                        <a:pt x="18765" y="2663"/>
                        <a:pt x="18410" y="3217"/>
                      </a:cubicBezTo>
                      <a:cubicBezTo>
                        <a:pt x="17937" y="3956"/>
                        <a:pt x="17558" y="5227"/>
                        <a:pt x="17389" y="6851"/>
                      </a:cubicBezTo>
                      <a:cubicBezTo>
                        <a:pt x="17243" y="8257"/>
                        <a:pt x="17285" y="9685"/>
                        <a:pt x="17460" y="10949"/>
                      </a:cubicBezTo>
                      <a:lnTo>
                        <a:pt x="21122" y="5233"/>
                      </a:lnTo>
                      <a:cubicBezTo>
                        <a:pt x="20863" y="4101"/>
                        <a:pt x="20483" y="3193"/>
                        <a:pt x="20004" y="2763"/>
                      </a:cubicBezTo>
                      <a:cubicBezTo>
                        <a:pt x="19866" y="2639"/>
                        <a:pt x="19728" y="2556"/>
                        <a:pt x="19589" y="2517"/>
                      </a:cubicBezTo>
                      <a:close/>
                      <a:moveTo>
                        <a:pt x="4021" y="3851"/>
                      </a:moveTo>
                      <a:lnTo>
                        <a:pt x="359" y="9577"/>
                      </a:lnTo>
                      <a:cubicBezTo>
                        <a:pt x="618" y="10708"/>
                        <a:pt x="998" y="11607"/>
                        <a:pt x="1476" y="12037"/>
                      </a:cubicBezTo>
                      <a:cubicBezTo>
                        <a:pt x="1659" y="12201"/>
                        <a:pt x="1842" y="12267"/>
                        <a:pt x="2024" y="12283"/>
                      </a:cubicBezTo>
                      <a:cubicBezTo>
                        <a:pt x="1986" y="12526"/>
                        <a:pt x="1945" y="12759"/>
                        <a:pt x="1918" y="13021"/>
                      </a:cubicBezTo>
                      <a:cubicBezTo>
                        <a:pt x="1771" y="14427"/>
                        <a:pt x="1814" y="15865"/>
                        <a:pt x="1988" y="17128"/>
                      </a:cubicBezTo>
                      <a:lnTo>
                        <a:pt x="4852" y="12643"/>
                      </a:lnTo>
                      <a:cubicBezTo>
                        <a:pt x="4831" y="13127"/>
                        <a:pt x="4836" y="13609"/>
                        <a:pt x="4855" y="14081"/>
                      </a:cubicBezTo>
                      <a:lnTo>
                        <a:pt x="2188" y="18245"/>
                      </a:lnTo>
                      <a:cubicBezTo>
                        <a:pt x="2447" y="19377"/>
                        <a:pt x="2827" y="20276"/>
                        <a:pt x="3306" y="20705"/>
                      </a:cubicBezTo>
                      <a:cubicBezTo>
                        <a:pt x="4204" y="21512"/>
                        <a:pt x="5138" y="20438"/>
                        <a:pt x="5641" y="18273"/>
                      </a:cubicBezTo>
                      <a:cubicBezTo>
                        <a:pt x="5836" y="18732"/>
                        <a:pt x="6060" y="19096"/>
                        <a:pt x="6314" y="19324"/>
                      </a:cubicBezTo>
                      <a:cubicBezTo>
                        <a:pt x="7419" y="20317"/>
                        <a:pt x="8588" y="18494"/>
                        <a:pt x="8926" y="15245"/>
                      </a:cubicBezTo>
                      <a:cubicBezTo>
                        <a:pt x="9072" y="13840"/>
                        <a:pt x="9029" y="12411"/>
                        <a:pt x="8855" y="11147"/>
                      </a:cubicBezTo>
                      <a:lnTo>
                        <a:pt x="5992" y="15624"/>
                      </a:lnTo>
                      <a:cubicBezTo>
                        <a:pt x="6012" y="15143"/>
                        <a:pt x="6007" y="14663"/>
                        <a:pt x="5988" y="14195"/>
                      </a:cubicBezTo>
                      <a:lnTo>
                        <a:pt x="8652" y="10031"/>
                      </a:lnTo>
                      <a:cubicBezTo>
                        <a:pt x="8393" y="8899"/>
                        <a:pt x="8016" y="7991"/>
                        <a:pt x="7538" y="7561"/>
                      </a:cubicBezTo>
                      <a:cubicBezTo>
                        <a:pt x="6985" y="7064"/>
                        <a:pt x="6413" y="7276"/>
                        <a:pt x="5940" y="8015"/>
                      </a:cubicBezTo>
                      <a:cubicBezTo>
                        <a:pt x="5645" y="8476"/>
                        <a:pt x="5396" y="9161"/>
                        <a:pt x="5203" y="9993"/>
                      </a:cubicBezTo>
                      <a:cubicBezTo>
                        <a:pt x="5008" y="9534"/>
                        <a:pt x="4783" y="9171"/>
                        <a:pt x="4530" y="8943"/>
                      </a:cubicBezTo>
                      <a:cubicBezTo>
                        <a:pt x="4348" y="8780"/>
                        <a:pt x="4166" y="8714"/>
                        <a:pt x="3985" y="8697"/>
                      </a:cubicBezTo>
                      <a:cubicBezTo>
                        <a:pt x="4023" y="8453"/>
                        <a:pt x="4064" y="8212"/>
                        <a:pt x="4091" y="7949"/>
                      </a:cubicBezTo>
                      <a:cubicBezTo>
                        <a:pt x="4238" y="6544"/>
                        <a:pt x="4195" y="5114"/>
                        <a:pt x="4021" y="3851"/>
                      </a:cubicBezTo>
                      <a:close/>
                      <a:moveTo>
                        <a:pt x="12378" y="4296"/>
                      </a:moveTo>
                      <a:cubicBezTo>
                        <a:pt x="12106" y="4255"/>
                        <a:pt x="11828" y="4365"/>
                        <a:pt x="11557" y="4656"/>
                      </a:cubicBezTo>
                      <a:cubicBezTo>
                        <a:pt x="11087" y="5158"/>
                        <a:pt x="10723" y="6126"/>
                        <a:pt x="10484" y="7296"/>
                      </a:cubicBezTo>
                      <a:lnTo>
                        <a:pt x="13660" y="11649"/>
                      </a:lnTo>
                      <a:cubicBezTo>
                        <a:pt x="13609" y="11948"/>
                        <a:pt x="13562" y="12256"/>
                        <a:pt x="13528" y="12586"/>
                      </a:cubicBezTo>
                      <a:cubicBezTo>
                        <a:pt x="13519" y="12668"/>
                        <a:pt x="13516" y="12749"/>
                        <a:pt x="13509" y="12832"/>
                      </a:cubicBezTo>
                      <a:lnTo>
                        <a:pt x="10304" y="8441"/>
                      </a:lnTo>
                      <a:cubicBezTo>
                        <a:pt x="10152" y="9730"/>
                        <a:pt x="10133" y="11157"/>
                        <a:pt x="10304" y="12539"/>
                      </a:cubicBezTo>
                      <a:cubicBezTo>
                        <a:pt x="10502" y="14135"/>
                        <a:pt x="10901" y="15356"/>
                        <a:pt x="11386" y="16021"/>
                      </a:cubicBezTo>
                      <a:cubicBezTo>
                        <a:pt x="11872" y="16686"/>
                        <a:pt x="12444" y="16801"/>
                        <a:pt x="12987" y="16220"/>
                      </a:cubicBezTo>
                      <a:cubicBezTo>
                        <a:pt x="13168" y="16026"/>
                        <a:pt x="13331" y="15750"/>
                        <a:pt x="13480" y="15434"/>
                      </a:cubicBezTo>
                      <a:cubicBezTo>
                        <a:pt x="13507" y="15862"/>
                        <a:pt x="13540" y="16283"/>
                        <a:pt x="13595" y="16684"/>
                      </a:cubicBezTo>
                      <a:lnTo>
                        <a:pt x="17257" y="10968"/>
                      </a:lnTo>
                      <a:cubicBezTo>
                        <a:pt x="16999" y="9835"/>
                        <a:pt x="16618" y="8928"/>
                        <a:pt x="16140" y="8498"/>
                      </a:cubicBezTo>
                      <a:cubicBezTo>
                        <a:pt x="15587" y="8001"/>
                        <a:pt x="15019" y="8213"/>
                        <a:pt x="14546" y="8952"/>
                      </a:cubicBezTo>
                      <a:cubicBezTo>
                        <a:pt x="14470" y="9069"/>
                        <a:pt x="14403" y="9225"/>
                        <a:pt x="14333" y="9368"/>
                      </a:cubicBezTo>
                      <a:cubicBezTo>
                        <a:pt x="14313" y="9022"/>
                        <a:pt x="14282" y="8679"/>
                        <a:pt x="14240" y="8337"/>
                      </a:cubicBezTo>
                      <a:cubicBezTo>
                        <a:pt x="13943" y="5943"/>
                        <a:pt x="13193" y="4419"/>
                        <a:pt x="12378" y="4296"/>
                      </a:cubicBezTo>
                      <a:close/>
                      <a:moveTo>
                        <a:pt x="21322" y="6350"/>
                      </a:moveTo>
                      <a:lnTo>
                        <a:pt x="17663" y="12065"/>
                      </a:lnTo>
                      <a:cubicBezTo>
                        <a:pt x="17922" y="13197"/>
                        <a:pt x="18302" y="14096"/>
                        <a:pt x="18781" y="14526"/>
                      </a:cubicBezTo>
                      <a:cubicBezTo>
                        <a:pt x="19886" y="15519"/>
                        <a:pt x="21058" y="13696"/>
                        <a:pt x="21396" y="10447"/>
                      </a:cubicBezTo>
                      <a:cubicBezTo>
                        <a:pt x="21542" y="9042"/>
                        <a:pt x="21496" y="7613"/>
                        <a:pt x="21322" y="6350"/>
                      </a:cubicBezTo>
                      <a:close/>
                      <a:moveTo>
                        <a:pt x="17460" y="12084"/>
                      </a:moveTo>
                      <a:lnTo>
                        <a:pt x="13798" y="17800"/>
                      </a:lnTo>
                      <a:cubicBezTo>
                        <a:pt x="14057" y="18932"/>
                        <a:pt x="14438" y="19831"/>
                        <a:pt x="14916" y="20261"/>
                      </a:cubicBezTo>
                      <a:cubicBezTo>
                        <a:pt x="16022" y="21254"/>
                        <a:pt x="17193" y="19431"/>
                        <a:pt x="17531" y="16182"/>
                      </a:cubicBezTo>
                      <a:cubicBezTo>
                        <a:pt x="17677" y="14777"/>
                        <a:pt x="17635" y="13347"/>
                        <a:pt x="17460" y="12084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95" name="Shape 34329">
                  <a:extLst>
                    <a:ext uri="{FF2B5EF4-FFF2-40B4-BE49-F238E27FC236}">
                      <a16:creationId xmlns:a16="http://schemas.microsoft.com/office/drawing/2014/main" id="{F33CB158-A4AD-40A1-8CE7-1A7A4541DFB9}"/>
                    </a:ext>
                  </a:extLst>
                </p:cNvPr>
                <p:cNvSpPr/>
                <p:nvPr/>
              </p:nvSpPr>
              <p:spPr>
                <a:xfrm>
                  <a:off x="11956" y="1107187"/>
                  <a:ext cx="2627079" cy="8199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2" h="21502" extrusionOk="0">
                      <a:moveTo>
                        <a:pt x="19565" y="30"/>
                      </a:moveTo>
                      <a:cubicBezTo>
                        <a:pt x="19145" y="-98"/>
                        <a:pt x="18732" y="181"/>
                        <a:pt x="18372" y="793"/>
                      </a:cubicBezTo>
                      <a:cubicBezTo>
                        <a:pt x="17894" y="1610"/>
                        <a:pt x="17510" y="3013"/>
                        <a:pt x="17339" y="4808"/>
                      </a:cubicBezTo>
                      <a:cubicBezTo>
                        <a:pt x="17334" y="4860"/>
                        <a:pt x="17334" y="4912"/>
                        <a:pt x="17329" y="4964"/>
                      </a:cubicBezTo>
                      <a:cubicBezTo>
                        <a:pt x="17061" y="5156"/>
                        <a:pt x="16809" y="5504"/>
                        <a:pt x="16586" y="5989"/>
                      </a:cubicBezTo>
                      <a:lnTo>
                        <a:pt x="17378" y="9020"/>
                      </a:lnTo>
                      <a:cubicBezTo>
                        <a:pt x="17390" y="9128"/>
                        <a:pt x="17398" y="9239"/>
                        <a:pt x="17411" y="9344"/>
                      </a:cubicBezTo>
                      <a:lnTo>
                        <a:pt x="17447" y="9282"/>
                      </a:lnTo>
                      <a:lnTo>
                        <a:pt x="17734" y="10379"/>
                      </a:lnTo>
                      <a:lnTo>
                        <a:pt x="17616" y="10578"/>
                      </a:lnTo>
                      <a:cubicBezTo>
                        <a:pt x="17802" y="11466"/>
                        <a:pt x="18051" y="12216"/>
                        <a:pt x="18353" y="12752"/>
                      </a:cubicBezTo>
                      <a:lnTo>
                        <a:pt x="19282" y="16296"/>
                      </a:lnTo>
                      <a:cubicBezTo>
                        <a:pt x="19522" y="15500"/>
                        <a:pt x="19708" y="14515"/>
                        <a:pt x="19807" y="13411"/>
                      </a:cubicBezTo>
                      <a:cubicBezTo>
                        <a:pt x="20534" y="12911"/>
                        <a:pt x="21161" y="11234"/>
                        <a:pt x="21394" y="8790"/>
                      </a:cubicBezTo>
                      <a:cubicBezTo>
                        <a:pt x="21542" y="7238"/>
                        <a:pt x="21496" y="5649"/>
                        <a:pt x="21319" y="4254"/>
                      </a:cubicBezTo>
                      <a:lnTo>
                        <a:pt x="19442" y="7463"/>
                      </a:lnTo>
                      <a:cubicBezTo>
                        <a:pt x="19423" y="7385"/>
                        <a:pt x="19409" y="7297"/>
                        <a:pt x="19389" y="7222"/>
                      </a:cubicBezTo>
                      <a:cubicBezTo>
                        <a:pt x="19312" y="6927"/>
                        <a:pt x="19224" y="6657"/>
                        <a:pt x="19132" y="6407"/>
                      </a:cubicBezTo>
                      <a:lnTo>
                        <a:pt x="21117" y="3020"/>
                      </a:lnTo>
                      <a:cubicBezTo>
                        <a:pt x="20855" y="1769"/>
                        <a:pt x="20470" y="777"/>
                        <a:pt x="19986" y="302"/>
                      </a:cubicBezTo>
                      <a:cubicBezTo>
                        <a:pt x="19846" y="165"/>
                        <a:pt x="19706" y="73"/>
                        <a:pt x="19565" y="30"/>
                      </a:cubicBezTo>
                      <a:close/>
                      <a:moveTo>
                        <a:pt x="10084" y="940"/>
                      </a:moveTo>
                      <a:cubicBezTo>
                        <a:pt x="9663" y="811"/>
                        <a:pt x="9250" y="1091"/>
                        <a:pt x="8891" y="1703"/>
                      </a:cubicBezTo>
                      <a:cubicBezTo>
                        <a:pt x="8412" y="2519"/>
                        <a:pt x="8032" y="3923"/>
                        <a:pt x="7861" y="5717"/>
                      </a:cubicBezTo>
                      <a:cubicBezTo>
                        <a:pt x="7784" y="6522"/>
                        <a:pt x="7758" y="7342"/>
                        <a:pt x="7776" y="8132"/>
                      </a:cubicBezTo>
                      <a:cubicBezTo>
                        <a:pt x="7730" y="8107"/>
                        <a:pt x="7685" y="8064"/>
                        <a:pt x="7639" y="8048"/>
                      </a:cubicBezTo>
                      <a:lnTo>
                        <a:pt x="7639" y="21502"/>
                      </a:lnTo>
                      <a:cubicBezTo>
                        <a:pt x="8106" y="21347"/>
                        <a:pt x="8562" y="20726"/>
                        <a:pt x="8920" y="19579"/>
                      </a:cubicBezTo>
                      <a:cubicBezTo>
                        <a:pt x="9365" y="18150"/>
                        <a:pt x="9560" y="16243"/>
                        <a:pt x="9526" y="14373"/>
                      </a:cubicBezTo>
                      <a:cubicBezTo>
                        <a:pt x="10020" y="14646"/>
                        <a:pt x="10510" y="14361"/>
                        <a:pt x="10925" y="13610"/>
                      </a:cubicBezTo>
                      <a:cubicBezTo>
                        <a:pt x="11186" y="14834"/>
                        <a:pt x="11566" y="15818"/>
                        <a:pt x="12043" y="16286"/>
                      </a:cubicBezTo>
                      <a:cubicBezTo>
                        <a:pt x="13162" y="17383"/>
                        <a:pt x="14347" y="15358"/>
                        <a:pt x="14689" y="11770"/>
                      </a:cubicBezTo>
                      <a:cubicBezTo>
                        <a:pt x="14837" y="10217"/>
                        <a:pt x="14791" y="8639"/>
                        <a:pt x="14614" y="7243"/>
                      </a:cubicBezTo>
                      <a:lnTo>
                        <a:pt x="11123" y="13191"/>
                      </a:lnTo>
                      <a:cubicBezTo>
                        <a:pt x="11421" y="12502"/>
                        <a:pt x="11659" y="11565"/>
                        <a:pt x="11814" y="10432"/>
                      </a:cubicBezTo>
                      <a:lnTo>
                        <a:pt x="14412" y="6010"/>
                      </a:lnTo>
                      <a:cubicBezTo>
                        <a:pt x="14150" y="4759"/>
                        <a:pt x="13765" y="3756"/>
                        <a:pt x="13281" y="3281"/>
                      </a:cubicBezTo>
                      <a:cubicBezTo>
                        <a:pt x="12722" y="2733"/>
                        <a:pt x="12143" y="2967"/>
                        <a:pt x="11664" y="3783"/>
                      </a:cubicBezTo>
                      <a:cubicBezTo>
                        <a:pt x="11649" y="3809"/>
                        <a:pt x="11637" y="3850"/>
                        <a:pt x="11622" y="3877"/>
                      </a:cubicBezTo>
                      <a:cubicBezTo>
                        <a:pt x="11361" y="2653"/>
                        <a:pt x="10981" y="1679"/>
                        <a:pt x="10504" y="1212"/>
                      </a:cubicBezTo>
                      <a:cubicBezTo>
                        <a:pt x="10364" y="1074"/>
                        <a:pt x="10224" y="983"/>
                        <a:pt x="10084" y="940"/>
                      </a:cubicBezTo>
                      <a:close/>
                      <a:moveTo>
                        <a:pt x="11436" y="4274"/>
                      </a:moveTo>
                      <a:cubicBezTo>
                        <a:pt x="11133" y="4965"/>
                        <a:pt x="10890" y="5909"/>
                        <a:pt x="10732" y="7055"/>
                      </a:cubicBezTo>
                      <a:lnTo>
                        <a:pt x="8953" y="10087"/>
                      </a:lnTo>
                      <a:cubicBezTo>
                        <a:pt x="8941" y="10047"/>
                        <a:pt x="8932" y="10001"/>
                        <a:pt x="8920" y="9961"/>
                      </a:cubicBezTo>
                      <a:cubicBezTo>
                        <a:pt x="8819" y="9638"/>
                        <a:pt x="8708" y="9365"/>
                        <a:pt x="8594" y="9125"/>
                      </a:cubicBezTo>
                      <a:lnTo>
                        <a:pt x="11436" y="4274"/>
                      </a:lnTo>
                      <a:close/>
                      <a:moveTo>
                        <a:pt x="2313" y="4703"/>
                      </a:moveTo>
                      <a:cubicBezTo>
                        <a:pt x="1892" y="4575"/>
                        <a:pt x="1479" y="4854"/>
                        <a:pt x="1120" y="5466"/>
                      </a:cubicBezTo>
                      <a:cubicBezTo>
                        <a:pt x="641" y="6283"/>
                        <a:pt x="261" y="7686"/>
                        <a:pt x="90" y="9480"/>
                      </a:cubicBezTo>
                      <a:cubicBezTo>
                        <a:pt x="-58" y="11034"/>
                        <a:pt x="-15" y="12621"/>
                        <a:pt x="162" y="14017"/>
                      </a:cubicBezTo>
                      <a:lnTo>
                        <a:pt x="3865" y="7693"/>
                      </a:lnTo>
                      <a:cubicBezTo>
                        <a:pt x="3603" y="6442"/>
                        <a:pt x="3221" y="5450"/>
                        <a:pt x="2737" y="4975"/>
                      </a:cubicBezTo>
                      <a:cubicBezTo>
                        <a:pt x="2597" y="4838"/>
                        <a:pt x="2453" y="4746"/>
                        <a:pt x="2313" y="4703"/>
                      </a:cubicBezTo>
                      <a:close/>
                      <a:moveTo>
                        <a:pt x="16251" y="6888"/>
                      </a:moveTo>
                      <a:cubicBezTo>
                        <a:pt x="15924" y="7969"/>
                        <a:pt x="15701" y="9379"/>
                        <a:pt x="15657" y="10996"/>
                      </a:cubicBezTo>
                      <a:cubicBezTo>
                        <a:pt x="15555" y="14735"/>
                        <a:pt x="16418" y="18028"/>
                        <a:pt x="17584" y="18355"/>
                      </a:cubicBezTo>
                      <a:cubicBezTo>
                        <a:pt x="18088" y="18497"/>
                        <a:pt x="18561" y="18029"/>
                        <a:pt x="18949" y="17185"/>
                      </a:cubicBezTo>
                      <a:lnTo>
                        <a:pt x="16251" y="6888"/>
                      </a:lnTo>
                      <a:close/>
                      <a:moveTo>
                        <a:pt x="7202" y="8048"/>
                      </a:moveTo>
                      <a:cubicBezTo>
                        <a:pt x="6735" y="8203"/>
                        <a:pt x="6279" y="8813"/>
                        <a:pt x="5921" y="9961"/>
                      </a:cubicBezTo>
                      <a:cubicBezTo>
                        <a:pt x="5508" y="11288"/>
                        <a:pt x="5302" y="13031"/>
                        <a:pt x="5302" y="14770"/>
                      </a:cubicBezTo>
                      <a:cubicBezTo>
                        <a:pt x="5302" y="16509"/>
                        <a:pt x="5508" y="18252"/>
                        <a:pt x="5921" y="19579"/>
                      </a:cubicBezTo>
                      <a:cubicBezTo>
                        <a:pt x="6279" y="20727"/>
                        <a:pt x="6735" y="21348"/>
                        <a:pt x="7202" y="21502"/>
                      </a:cubicBezTo>
                      <a:lnTo>
                        <a:pt x="7202" y="8048"/>
                      </a:lnTo>
                      <a:close/>
                      <a:moveTo>
                        <a:pt x="4070" y="8926"/>
                      </a:moveTo>
                      <a:lnTo>
                        <a:pt x="364" y="15251"/>
                      </a:lnTo>
                      <a:cubicBezTo>
                        <a:pt x="626" y="16501"/>
                        <a:pt x="1011" y="17494"/>
                        <a:pt x="1495" y="17969"/>
                      </a:cubicBezTo>
                      <a:cubicBezTo>
                        <a:pt x="2614" y="19066"/>
                        <a:pt x="3799" y="17052"/>
                        <a:pt x="4142" y="13463"/>
                      </a:cubicBezTo>
                      <a:cubicBezTo>
                        <a:pt x="4290" y="11911"/>
                        <a:pt x="4247" y="10322"/>
                        <a:pt x="4070" y="8926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96" name="Shape 34330">
                  <a:extLst>
                    <a:ext uri="{FF2B5EF4-FFF2-40B4-BE49-F238E27FC236}">
                      <a16:creationId xmlns:a16="http://schemas.microsoft.com/office/drawing/2014/main" id="{F07D3F5D-B63D-4171-A999-B33D582F6F30}"/>
                    </a:ext>
                  </a:extLst>
                </p:cNvPr>
                <p:cNvSpPr/>
                <p:nvPr/>
              </p:nvSpPr>
              <p:spPr>
                <a:xfrm>
                  <a:off x="-1" y="1559135"/>
                  <a:ext cx="2650992" cy="7620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2" h="21251" extrusionOk="0">
                      <a:moveTo>
                        <a:pt x="5018" y="32"/>
                      </a:moveTo>
                      <a:cubicBezTo>
                        <a:pt x="4598" y="-106"/>
                        <a:pt x="4184" y="205"/>
                        <a:pt x="3825" y="862"/>
                      </a:cubicBezTo>
                      <a:cubicBezTo>
                        <a:pt x="3356" y="1721"/>
                        <a:pt x="2984" y="3194"/>
                        <a:pt x="2808" y="5068"/>
                      </a:cubicBezTo>
                      <a:cubicBezTo>
                        <a:pt x="2784" y="5038"/>
                        <a:pt x="2762" y="4994"/>
                        <a:pt x="2737" y="4967"/>
                      </a:cubicBezTo>
                      <a:cubicBezTo>
                        <a:pt x="2177" y="4378"/>
                        <a:pt x="1599" y="4618"/>
                        <a:pt x="1120" y="5494"/>
                      </a:cubicBezTo>
                      <a:cubicBezTo>
                        <a:pt x="641" y="6370"/>
                        <a:pt x="261" y="7876"/>
                        <a:pt x="90" y="9802"/>
                      </a:cubicBezTo>
                      <a:cubicBezTo>
                        <a:pt x="-58" y="11468"/>
                        <a:pt x="-15" y="13172"/>
                        <a:pt x="162" y="14670"/>
                      </a:cubicBezTo>
                      <a:lnTo>
                        <a:pt x="2841" y="9757"/>
                      </a:lnTo>
                      <a:cubicBezTo>
                        <a:pt x="2850" y="9846"/>
                        <a:pt x="2857" y="9938"/>
                        <a:pt x="2867" y="10026"/>
                      </a:cubicBezTo>
                      <a:lnTo>
                        <a:pt x="6570" y="3251"/>
                      </a:lnTo>
                      <a:cubicBezTo>
                        <a:pt x="6308" y="1909"/>
                        <a:pt x="5926" y="833"/>
                        <a:pt x="5442" y="323"/>
                      </a:cubicBezTo>
                      <a:cubicBezTo>
                        <a:pt x="5302" y="176"/>
                        <a:pt x="5159" y="78"/>
                        <a:pt x="5018" y="32"/>
                      </a:cubicBezTo>
                      <a:close/>
                      <a:moveTo>
                        <a:pt x="19565" y="88"/>
                      </a:moveTo>
                      <a:cubicBezTo>
                        <a:pt x="19145" y="-50"/>
                        <a:pt x="18732" y="250"/>
                        <a:pt x="18372" y="907"/>
                      </a:cubicBezTo>
                      <a:cubicBezTo>
                        <a:pt x="17894" y="1783"/>
                        <a:pt x="17510" y="3288"/>
                        <a:pt x="17339" y="5214"/>
                      </a:cubicBezTo>
                      <a:cubicBezTo>
                        <a:pt x="17230" y="6444"/>
                        <a:pt x="17227" y="7700"/>
                        <a:pt x="17303" y="8871"/>
                      </a:cubicBezTo>
                      <a:cubicBezTo>
                        <a:pt x="17187" y="9287"/>
                        <a:pt x="17083" y="9736"/>
                        <a:pt x="16997" y="10228"/>
                      </a:cubicBezTo>
                      <a:lnTo>
                        <a:pt x="17668" y="11305"/>
                      </a:lnTo>
                      <a:lnTo>
                        <a:pt x="17616" y="11406"/>
                      </a:lnTo>
                      <a:cubicBezTo>
                        <a:pt x="17878" y="12747"/>
                        <a:pt x="18263" y="13813"/>
                        <a:pt x="18747" y="14322"/>
                      </a:cubicBezTo>
                      <a:cubicBezTo>
                        <a:pt x="19060" y="14651"/>
                        <a:pt x="19376" y="14692"/>
                        <a:pt x="19680" y="14535"/>
                      </a:cubicBezTo>
                      <a:lnTo>
                        <a:pt x="20798" y="16330"/>
                      </a:lnTo>
                      <a:cubicBezTo>
                        <a:pt x="20921" y="15105"/>
                        <a:pt x="20953" y="13764"/>
                        <a:pt x="20872" y="12438"/>
                      </a:cubicBezTo>
                      <a:cubicBezTo>
                        <a:pt x="21104" y="11628"/>
                        <a:pt x="21291" y="10648"/>
                        <a:pt x="21394" y="9488"/>
                      </a:cubicBezTo>
                      <a:cubicBezTo>
                        <a:pt x="21542" y="7822"/>
                        <a:pt x="21496" y="6117"/>
                        <a:pt x="21319" y="4619"/>
                      </a:cubicBezTo>
                      <a:lnTo>
                        <a:pt x="19761" y="7469"/>
                      </a:lnTo>
                      <a:cubicBezTo>
                        <a:pt x="19583" y="7157"/>
                        <a:pt x="19395" y="6947"/>
                        <a:pt x="19197" y="6818"/>
                      </a:cubicBezTo>
                      <a:lnTo>
                        <a:pt x="21117" y="3296"/>
                      </a:lnTo>
                      <a:cubicBezTo>
                        <a:pt x="20855" y="1954"/>
                        <a:pt x="20470" y="889"/>
                        <a:pt x="19986" y="379"/>
                      </a:cubicBezTo>
                      <a:cubicBezTo>
                        <a:pt x="19846" y="232"/>
                        <a:pt x="19706" y="134"/>
                        <a:pt x="19565" y="88"/>
                      </a:cubicBezTo>
                      <a:close/>
                      <a:moveTo>
                        <a:pt x="10416" y="1367"/>
                      </a:moveTo>
                      <a:cubicBezTo>
                        <a:pt x="9995" y="1229"/>
                        <a:pt x="9579" y="1540"/>
                        <a:pt x="9220" y="2197"/>
                      </a:cubicBezTo>
                      <a:cubicBezTo>
                        <a:pt x="8741" y="3073"/>
                        <a:pt x="8361" y="4578"/>
                        <a:pt x="8190" y="6504"/>
                      </a:cubicBezTo>
                      <a:cubicBezTo>
                        <a:pt x="8042" y="8170"/>
                        <a:pt x="8085" y="9863"/>
                        <a:pt x="8262" y="11361"/>
                      </a:cubicBezTo>
                      <a:lnTo>
                        <a:pt x="11968" y="4586"/>
                      </a:lnTo>
                      <a:cubicBezTo>
                        <a:pt x="11706" y="3244"/>
                        <a:pt x="11321" y="2168"/>
                        <a:pt x="10837" y="1658"/>
                      </a:cubicBezTo>
                      <a:cubicBezTo>
                        <a:pt x="10697" y="1511"/>
                        <a:pt x="10556" y="1412"/>
                        <a:pt x="10416" y="1367"/>
                      </a:cubicBezTo>
                      <a:close/>
                      <a:moveTo>
                        <a:pt x="14663" y="1905"/>
                      </a:moveTo>
                      <a:cubicBezTo>
                        <a:pt x="14242" y="1767"/>
                        <a:pt x="13829" y="2078"/>
                        <a:pt x="13470" y="2735"/>
                      </a:cubicBezTo>
                      <a:cubicBezTo>
                        <a:pt x="12991" y="3611"/>
                        <a:pt x="12611" y="5117"/>
                        <a:pt x="12440" y="7042"/>
                      </a:cubicBezTo>
                      <a:cubicBezTo>
                        <a:pt x="12292" y="8709"/>
                        <a:pt x="12335" y="10401"/>
                        <a:pt x="12512" y="11899"/>
                      </a:cubicBezTo>
                      <a:lnTo>
                        <a:pt x="16215" y="5124"/>
                      </a:lnTo>
                      <a:cubicBezTo>
                        <a:pt x="15953" y="3782"/>
                        <a:pt x="15568" y="2706"/>
                        <a:pt x="15084" y="2197"/>
                      </a:cubicBezTo>
                      <a:cubicBezTo>
                        <a:pt x="14944" y="2049"/>
                        <a:pt x="14803" y="1951"/>
                        <a:pt x="14663" y="1905"/>
                      </a:cubicBezTo>
                      <a:close/>
                      <a:moveTo>
                        <a:pt x="6775" y="4575"/>
                      </a:moveTo>
                      <a:lnTo>
                        <a:pt x="4096" y="9476"/>
                      </a:lnTo>
                      <a:cubicBezTo>
                        <a:pt x="4087" y="9388"/>
                        <a:pt x="4080" y="9294"/>
                        <a:pt x="4070" y="9207"/>
                      </a:cubicBezTo>
                      <a:lnTo>
                        <a:pt x="364" y="15993"/>
                      </a:lnTo>
                      <a:cubicBezTo>
                        <a:pt x="626" y="17335"/>
                        <a:pt x="1011" y="18400"/>
                        <a:pt x="1495" y="18910"/>
                      </a:cubicBezTo>
                      <a:cubicBezTo>
                        <a:pt x="2605" y="20077"/>
                        <a:pt x="3779" y="17957"/>
                        <a:pt x="4132" y="14165"/>
                      </a:cubicBezTo>
                      <a:cubicBezTo>
                        <a:pt x="4156" y="14193"/>
                        <a:pt x="4176" y="14240"/>
                        <a:pt x="4200" y="14266"/>
                      </a:cubicBezTo>
                      <a:cubicBezTo>
                        <a:pt x="5319" y="15443"/>
                        <a:pt x="6505" y="13282"/>
                        <a:pt x="6847" y="9431"/>
                      </a:cubicBezTo>
                      <a:cubicBezTo>
                        <a:pt x="6995" y="7766"/>
                        <a:pt x="6952" y="6072"/>
                        <a:pt x="6775" y="4575"/>
                      </a:cubicBezTo>
                      <a:close/>
                      <a:moveTo>
                        <a:pt x="12170" y="5909"/>
                      </a:moveTo>
                      <a:lnTo>
                        <a:pt x="8467" y="12684"/>
                      </a:lnTo>
                      <a:cubicBezTo>
                        <a:pt x="8729" y="14026"/>
                        <a:pt x="9114" y="15091"/>
                        <a:pt x="9598" y="15601"/>
                      </a:cubicBezTo>
                      <a:cubicBezTo>
                        <a:pt x="10717" y="16778"/>
                        <a:pt x="11903" y="14617"/>
                        <a:pt x="12245" y="10766"/>
                      </a:cubicBezTo>
                      <a:cubicBezTo>
                        <a:pt x="12393" y="9100"/>
                        <a:pt x="12346" y="7407"/>
                        <a:pt x="12170" y="5909"/>
                      </a:cubicBezTo>
                      <a:close/>
                      <a:moveTo>
                        <a:pt x="16420" y="6448"/>
                      </a:moveTo>
                      <a:lnTo>
                        <a:pt x="12714" y="13223"/>
                      </a:lnTo>
                      <a:cubicBezTo>
                        <a:pt x="12976" y="14564"/>
                        <a:pt x="13361" y="15641"/>
                        <a:pt x="13845" y="16150"/>
                      </a:cubicBezTo>
                      <a:cubicBezTo>
                        <a:pt x="14964" y="17328"/>
                        <a:pt x="16150" y="15155"/>
                        <a:pt x="16492" y="11305"/>
                      </a:cubicBezTo>
                      <a:cubicBezTo>
                        <a:pt x="16640" y="9639"/>
                        <a:pt x="16597" y="7945"/>
                        <a:pt x="16420" y="6448"/>
                      </a:cubicBezTo>
                      <a:close/>
                      <a:moveTo>
                        <a:pt x="16811" y="11585"/>
                      </a:moveTo>
                      <a:cubicBezTo>
                        <a:pt x="16657" y="13113"/>
                        <a:pt x="16641" y="14804"/>
                        <a:pt x="16814" y="16442"/>
                      </a:cubicBezTo>
                      <a:cubicBezTo>
                        <a:pt x="17015" y="18334"/>
                        <a:pt x="17418" y="19781"/>
                        <a:pt x="17910" y="20570"/>
                      </a:cubicBezTo>
                      <a:cubicBezTo>
                        <a:pt x="18401" y="21358"/>
                        <a:pt x="18980" y="21494"/>
                        <a:pt x="19530" y="20805"/>
                      </a:cubicBezTo>
                      <a:cubicBezTo>
                        <a:pt x="20005" y="20209"/>
                        <a:pt x="20374" y="19075"/>
                        <a:pt x="20615" y="17687"/>
                      </a:cubicBezTo>
                      <a:lnTo>
                        <a:pt x="16811" y="11585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62" name="Group 34362">
                <a:extLst>
                  <a:ext uri="{FF2B5EF4-FFF2-40B4-BE49-F238E27FC236}">
                    <a16:creationId xmlns:a16="http://schemas.microsoft.com/office/drawing/2014/main" id="{3E2E601A-0305-410F-AC2B-DCA47EF5FFF6}"/>
                  </a:ext>
                </a:extLst>
              </p:cNvPr>
              <p:cNvGrpSpPr/>
              <p:nvPr/>
            </p:nvGrpSpPr>
            <p:grpSpPr>
              <a:xfrm>
                <a:off x="-1" y="238108"/>
                <a:ext cx="2663225" cy="2933383"/>
                <a:chOff x="0" y="0"/>
                <a:chExt cx="2663223" cy="2933382"/>
              </a:xfrm>
            </p:grpSpPr>
            <p:sp>
              <p:nvSpPr>
                <p:cNvPr id="63" name="Shape 34332">
                  <a:extLst>
                    <a:ext uri="{FF2B5EF4-FFF2-40B4-BE49-F238E27FC236}">
                      <a16:creationId xmlns:a16="http://schemas.microsoft.com/office/drawing/2014/main" id="{E1FFA5E3-D52B-443F-8F95-FB05944C7BCA}"/>
                    </a:ext>
                  </a:extLst>
                </p:cNvPr>
                <p:cNvSpPr/>
                <p:nvPr/>
              </p:nvSpPr>
              <p:spPr>
                <a:xfrm flipH="1">
                  <a:off x="696278" y="1953664"/>
                  <a:ext cx="518254" cy="5182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41" y="3164"/>
                      </a:moveTo>
                      <a:cubicBezTo>
                        <a:pt x="20395" y="5118"/>
                        <a:pt x="21600" y="7818"/>
                        <a:pt x="21600" y="10800"/>
                      </a:cubicBezTo>
                      <a:cubicBezTo>
                        <a:pt x="21600" y="13381"/>
                        <a:pt x="20658" y="15719"/>
                        <a:pt x="19147" y="17577"/>
                      </a:cubicBezTo>
                      <a:lnTo>
                        <a:pt x="4028" y="2458"/>
                      </a:lnTo>
                      <a:cubicBezTo>
                        <a:pt x="5886" y="947"/>
                        <a:pt x="8219" y="0"/>
                        <a:pt x="10800" y="0"/>
                      </a:cubicBezTo>
                      <a:cubicBezTo>
                        <a:pt x="13782" y="0"/>
                        <a:pt x="16486" y="1210"/>
                        <a:pt x="18441" y="3164"/>
                      </a:cubicBezTo>
                      <a:close/>
                      <a:moveTo>
                        <a:pt x="17577" y="19147"/>
                      </a:moveTo>
                      <a:cubicBezTo>
                        <a:pt x="15719" y="20657"/>
                        <a:pt x="13380" y="21600"/>
                        <a:pt x="10800" y="21600"/>
                      </a:cubicBezTo>
                      <a:cubicBezTo>
                        <a:pt x="4836" y="21600"/>
                        <a:pt x="0" y="16764"/>
                        <a:pt x="0" y="10800"/>
                      </a:cubicBezTo>
                      <a:cubicBezTo>
                        <a:pt x="0" y="8220"/>
                        <a:pt x="948" y="5885"/>
                        <a:pt x="2458" y="4028"/>
                      </a:cubicBezTo>
                      <a:lnTo>
                        <a:pt x="17577" y="191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64" name="Shape 34333">
                  <a:extLst>
                    <a:ext uri="{FF2B5EF4-FFF2-40B4-BE49-F238E27FC236}">
                      <a16:creationId xmlns:a16="http://schemas.microsoft.com/office/drawing/2014/main" id="{968E235F-C8FF-4A66-9A90-338536E63A01}"/>
                    </a:ext>
                  </a:extLst>
                </p:cNvPr>
                <p:cNvSpPr/>
                <p:nvPr/>
              </p:nvSpPr>
              <p:spPr>
                <a:xfrm rot="20640000">
                  <a:off x="1141281" y="2354421"/>
                  <a:ext cx="513013" cy="5182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65" name="Shape 34334">
                  <a:extLst>
                    <a:ext uri="{FF2B5EF4-FFF2-40B4-BE49-F238E27FC236}">
                      <a16:creationId xmlns:a16="http://schemas.microsoft.com/office/drawing/2014/main" id="{AA5A5B93-8E3A-4DC3-9228-BCCED127EA80}"/>
                    </a:ext>
                  </a:extLst>
                </p:cNvPr>
                <p:cNvSpPr/>
                <p:nvPr/>
              </p:nvSpPr>
              <p:spPr>
                <a:xfrm>
                  <a:off x="131574" y="2022602"/>
                  <a:ext cx="513013" cy="5182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66" name="Shape 34335">
                  <a:extLst>
                    <a:ext uri="{FF2B5EF4-FFF2-40B4-BE49-F238E27FC236}">
                      <a16:creationId xmlns:a16="http://schemas.microsoft.com/office/drawing/2014/main" id="{FD4DC5A2-87F4-4E59-826B-52BD02E4A0AA}"/>
                    </a:ext>
                  </a:extLst>
                </p:cNvPr>
                <p:cNvSpPr/>
                <p:nvPr/>
              </p:nvSpPr>
              <p:spPr>
                <a:xfrm rot="1500000">
                  <a:off x="2064723" y="2092901"/>
                  <a:ext cx="513013" cy="5182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grpSp>
              <p:nvGrpSpPr>
                <p:cNvPr id="67" name="Group 34338">
                  <a:extLst>
                    <a:ext uri="{FF2B5EF4-FFF2-40B4-BE49-F238E27FC236}">
                      <a16:creationId xmlns:a16="http://schemas.microsoft.com/office/drawing/2014/main" id="{FF816BC7-F541-462E-96CB-2171CD08F16D}"/>
                    </a:ext>
                  </a:extLst>
                </p:cNvPr>
                <p:cNvGrpSpPr/>
                <p:nvPr/>
              </p:nvGrpSpPr>
              <p:grpSpPr>
                <a:xfrm>
                  <a:off x="1363358" y="2023047"/>
                  <a:ext cx="595632" cy="356493"/>
                  <a:chOff x="0" y="0"/>
                  <a:chExt cx="595631" cy="356492"/>
                </a:xfrm>
              </p:grpSpPr>
              <p:sp>
                <p:nvSpPr>
                  <p:cNvPr id="91" name="Shape 34336">
                    <a:extLst>
                      <a:ext uri="{FF2B5EF4-FFF2-40B4-BE49-F238E27FC236}">
                        <a16:creationId xmlns:a16="http://schemas.microsoft.com/office/drawing/2014/main" id="{BC82B559-E622-4608-8A9F-F2F59C5B8387}"/>
                      </a:ext>
                    </a:extLst>
                  </p:cNvPr>
                  <p:cNvSpPr/>
                  <p:nvPr/>
                </p:nvSpPr>
                <p:spPr>
                  <a:xfrm>
                    <a:off x="0" y="126733"/>
                    <a:ext cx="595632" cy="22976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0" h="21547" extrusionOk="0">
                        <a:moveTo>
                          <a:pt x="0" y="0"/>
                        </a:moveTo>
                        <a:cubicBezTo>
                          <a:pt x="19" y="1113"/>
                          <a:pt x="26" y="2220"/>
                          <a:pt x="24" y="3330"/>
                        </a:cubicBezTo>
                        <a:cubicBezTo>
                          <a:pt x="22" y="4268"/>
                          <a:pt x="12" y="5206"/>
                          <a:pt x="6" y="6144"/>
                        </a:cubicBezTo>
                        <a:cubicBezTo>
                          <a:pt x="-5" y="7816"/>
                          <a:pt x="-5" y="9522"/>
                          <a:pt x="223" y="11104"/>
                        </a:cubicBezTo>
                        <a:cubicBezTo>
                          <a:pt x="334" y="11872"/>
                          <a:pt x="496" y="12584"/>
                          <a:pt x="696" y="13219"/>
                        </a:cubicBezTo>
                        <a:cubicBezTo>
                          <a:pt x="1161" y="14698"/>
                          <a:pt x="1806" y="15686"/>
                          <a:pt x="2458" y="16564"/>
                        </a:cubicBezTo>
                        <a:cubicBezTo>
                          <a:pt x="4893" y="19844"/>
                          <a:pt x="7832" y="21600"/>
                          <a:pt x="10747" y="21540"/>
                        </a:cubicBezTo>
                        <a:lnTo>
                          <a:pt x="10747" y="21547"/>
                        </a:lnTo>
                        <a:cubicBezTo>
                          <a:pt x="10755" y="21547"/>
                          <a:pt x="10763" y="21547"/>
                          <a:pt x="10771" y="21547"/>
                        </a:cubicBezTo>
                        <a:cubicBezTo>
                          <a:pt x="10779" y="21547"/>
                          <a:pt x="10787" y="21547"/>
                          <a:pt x="10795" y="21547"/>
                        </a:cubicBezTo>
                        <a:cubicBezTo>
                          <a:pt x="10803" y="21547"/>
                          <a:pt x="10811" y="21547"/>
                          <a:pt x="10819" y="21547"/>
                        </a:cubicBezTo>
                        <a:cubicBezTo>
                          <a:pt x="10827" y="21547"/>
                          <a:pt x="10835" y="21547"/>
                          <a:pt x="10843" y="21547"/>
                        </a:cubicBezTo>
                        <a:lnTo>
                          <a:pt x="10843" y="21540"/>
                        </a:lnTo>
                        <a:cubicBezTo>
                          <a:pt x="13758" y="21600"/>
                          <a:pt x="16697" y="19844"/>
                          <a:pt x="19132" y="16564"/>
                        </a:cubicBezTo>
                        <a:cubicBezTo>
                          <a:pt x="19784" y="15686"/>
                          <a:pt x="20429" y="14698"/>
                          <a:pt x="20894" y="13219"/>
                        </a:cubicBezTo>
                        <a:cubicBezTo>
                          <a:pt x="21094" y="12584"/>
                          <a:pt x="21256" y="11872"/>
                          <a:pt x="21367" y="11104"/>
                        </a:cubicBezTo>
                        <a:cubicBezTo>
                          <a:pt x="21595" y="9522"/>
                          <a:pt x="21595" y="7816"/>
                          <a:pt x="21584" y="6144"/>
                        </a:cubicBezTo>
                        <a:cubicBezTo>
                          <a:pt x="21578" y="5206"/>
                          <a:pt x="21568" y="4268"/>
                          <a:pt x="21566" y="3330"/>
                        </a:cubicBezTo>
                        <a:cubicBezTo>
                          <a:pt x="21564" y="2220"/>
                          <a:pt x="21571" y="1113"/>
                          <a:pt x="21590" y="0"/>
                        </a:cubicBezTo>
                        <a:cubicBezTo>
                          <a:pt x="21581" y="262"/>
                          <a:pt x="21555" y="515"/>
                          <a:pt x="21533" y="769"/>
                        </a:cubicBezTo>
                        <a:cubicBezTo>
                          <a:pt x="21463" y="2130"/>
                          <a:pt x="21199" y="3373"/>
                          <a:pt x="20808" y="4522"/>
                        </a:cubicBezTo>
                        <a:cubicBezTo>
                          <a:pt x="20266" y="6116"/>
                          <a:pt x="19501" y="7593"/>
                          <a:pt x="18585" y="8736"/>
                        </a:cubicBezTo>
                        <a:cubicBezTo>
                          <a:pt x="17735" y="9796"/>
                          <a:pt x="16788" y="10568"/>
                          <a:pt x="15788" y="11127"/>
                        </a:cubicBezTo>
                        <a:cubicBezTo>
                          <a:pt x="14210" y="12010"/>
                          <a:pt x="12497" y="12350"/>
                          <a:pt x="10795" y="12350"/>
                        </a:cubicBezTo>
                        <a:cubicBezTo>
                          <a:pt x="9250" y="12350"/>
                          <a:pt x="7696" y="12062"/>
                          <a:pt x="6242" y="11350"/>
                        </a:cubicBezTo>
                        <a:cubicBezTo>
                          <a:pt x="5754" y="11129"/>
                          <a:pt x="5273" y="10858"/>
                          <a:pt x="4803" y="10481"/>
                        </a:cubicBezTo>
                        <a:cubicBezTo>
                          <a:pt x="4170" y="10008"/>
                          <a:pt x="3567" y="9436"/>
                          <a:pt x="3005" y="8736"/>
                        </a:cubicBezTo>
                        <a:cubicBezTo>
                          <a:pt x="2089" y="7593"/>
                          <a:pt x="1324" y="6116"/>
                          <a:pt x="782" y="4522"/>
                        </a:cubicBezTo>
                        <a:cubicBezTo>
                          <a:pt x="385" y="3356"/>
                          <a:pt x="122" y="2092"/>
                          <a:pt x="57" y="707"/>
                        </a:cubicBezTo>
                        <a:cubicBezTo>
                          <a:pt x="37" y="473"/>
                          <a:pt x="9" y="2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  <p:sp>
                <p:nvSpPr>
                  <p:cNvPr id="92" name="Shape 34337">
                    <a:extLst>
                      <a:ext uri="{FF2B5EF4-FFF2-40B4-BE49-F238E27FC236}">
                        <a16:creationId xmlns:a16="http://schemas.microsoft.com/office/drawing/2014/main" id="{6566FF82-47CB-426D-B3E0-F21FA47F0F7C}"/>
                      </a:ext>
                    </a:extLst>
                  </p:cNvPr>
                  <p:cNvSpPr/>
                  <p:nvPr/>
                </p:nvSpPr>
                <p:spPr>
                  <a:xfrm>
                    <a:off x="727" y="0"/>
                    <a:ext cx="594155" cy="2610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13" h="21598" extrusionOk="0">
                        <a:moveTo>
                          <a:pt x="11453" y="1"/>
                        </a:moveTo>
                        <a:lnTo>
                          <a:pt x="10464" y="21560"/>
                        </a:lnTo>
                        <a:cubicBezTo>
                          <a:pt x="10565" y="21562"/>
                          <a:pt x="10664" y="21598"/>
                          <a:pt x="10765" y="21598"/>
                        </a:cubicBezTo>
                        <a:cubicBezTo>
                          <a:pt x="13542" y="21598"/>
                          <a:pt x="16353" y="20831"/>
                          <a:pt x="18542" y="18420"/>
                        </a:cubicBezTo>
                        <a:cubicBezTo>
                          <a:pt x="19457" y="17412"/>
                          <a:pt x="20213" y="16111"/>
                          <a:pt x="20755" y="14705"/>
                        </a:cubicBezTo>
                        <a:cubicBezTo>
                          <a:pt x="21245" y="13431"/>
                          <a:pt x="21557" y="12037"/>
                          <a:pt x="21509" y="10455"/>
                        </a:cubicBezTo>
                        <a:cubicBezTo>
                          <a:pt x="21456" y="8739"/>
                          <a:pt x="21018" y="7406"/>
                          <a:pt x="20470" y="6243"/>
                        </a:cubicBezTo>
                        <a:cubicBezTo>
                          <a:pt x="19908" y="5051"/>
                          <a:pt x="19211" y="3929"/>
                          <a:pt x="18442" y="3064"/>
                        </a:cubicBezTo>
                        <a:cubicBezTo>
                          <a:pt x="16432" y="803"/>
                          <a:pt x="14025" y="129"/>
                          <a:pt x="11620" y="1"/>
                        </a:cubicBezTo>
                        <a:cubicBezTo>
                          <a:pt x="11564" y="-2"/>
                          <a:pt x="11508" y="3"/>
                          <a:pt x="11453" y="1"/>
                        </a:cubicBezTo>
                        <a:close/>
                        <a:moveTo>
                          <a:pt x="9458" y="78"/>
                        </a:moveTo>
                        <a:cubicBezTo>
                          <a:pt x="7186" y="249"/>
                          <a:pt x="4941" y="957"/>
                          <a:pt x="3072" y="3064"/>
                        </a:cubicBezTo>
                        <a:cubicBezTo>
                          <a:pt x="2304" y="3931"/>
                          <a:pt x="1606" y="5051"/>
                          <a:pt x="1044" y="6243"/>
                        </a:cubicBezTo>
                        <a:cubicBezTo>
                          <a:pt x="496" y="7406"/>
                          <a:pt x="57" y="8739"/>
                          <a:pt x="5" y="10455"/>
                        </a:cubicBezTo>
                        <a:cubicBezTo>
                          <a:pt x="-43" y="12037"/>
                          <a:pt x="269" y="13431"/>
                          <a:pt x="759" y="14705"/>
                        </a:cubicBezTo>
                        <a:cubicBezTo>
                          <a:pt x="1301" y="16112"/>
                          <a:pt x="2057" y="17412"/>
                          <a:pt x="2972" y="18420"/>
                        </a:cubicBezTo>
                        <a:cubicBezTo>
                          <a:pt x="4529" y="20135"/>
                          <a:pt x="6433" y="20845"/>
                          <a:pt x="8385" y="21215"/>
                        </a:cubicBezTo>
                        <a:lnTo>
                          <a:pt x="9458" y="7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</p:grpSp>
            <p:grpSp>
              <p:nvGrpSpPr>
                <p:cNvPr id="68" name="Group 34341">
                  <a:extLst>
                    <a:ext uri="{FF2B5EF4-FFF2-40B4-BE49-F238E27FC236}">
                      <a16:creationId xmlns:a16="http://schemas.microsoft.com/office/drawing/2014/main" id="{97C0A60F-E6F2-484E-924D-768249522E36}"/>
                    </a:ext>
                  </a:extLst>
                </p:cNvPr>
                <p:cNvGrpSpPr/>
                <p:nvPr/>
              </p:nvGrpSpPr>
              <p:grpSpPr>
                <a:xfrm>
                  <a:off x="1581793" y="2377920"/>
                  <a:ext cx="673118" cy="514850"/>
                  <a:chOff x="0" y="0"/>
                  <a:chExt cx="673116" cy="514849"/>
                </a:xfrm>
              </p:grpSpPr>
              <p:sp>
                <p:nvSpPr>
                  <p:cNvPr id="89" name="Shape 34339">
                    <a:extLst>
                      <a:ext uri="{FF2B5EF4-FFF2-40B4-BE49-F238E27FC236}">
                        <a16:creationId xmlns:a16="http://schemas.microsoft.com/office/drawing/2014/main" id="{C1628B84-3E7E-4E0B-864A-BAE9FEB55E76}"/>
                      </a:ext>
                    </a:extLst>
                  </p:cNvPr>
                  <p:cNvSpPr/>
                  <p:nvPr/>
                </p:nvSpPr>
                <p:spPr>
                  <a:xfrm rot="20580000" flipH="1">
                    <a:off x="56910" y="203036"/>
                    <a:ext cx="595633" cy="22976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0" h="21547" extrusionOk="0">
                        <a:moveTo>
                          <a:pt x="0" y="0"/>
                        </a:moveTo>
                        <a:cubicBezTo>
                          <a:pt x="19" y="1113"/>
                          <a:pt x="26" y="2220"/>
                          <a:pt x="24" y="3330"/>
                        </a:cubicBezTo>
                        <a:cubicBezTo>
                          <a:pt x="22" y="4268"/>
                          <a:pt x="12" y="5206"/>
                          <a:pt x="6" y="6144"/>
                        </a:cubicBezTo>
                        <a:cubicBezTo>
                          <a:pt x="-5" y="7816"/>
                          <a:pt x="-5" y="9522"/>
                          <a:pt x="223" y="11104"/>
                        </a:cubicBezTo>
                        <a:cubicBezTo>
                          <a:pt x="334" y="11872"/>
                          <a:pt x="496" y="12584"/>
                          <a:pt x="696" y="13219"/>
                        </a:cubicBezTo>
                        <a:cubicBezTo>
                          <a:pt x="1161" y="14698"/>
                          <a:pt x="1806" y="15686"/>
                          <a:pt x="2458" y="16564"/>
                        </a:cubicBezTo>
                        <a:cubicBezTo>
                          <a:pt x="4893" y="19844"/>
                          <a:pt x="7832" y="21600"/>
                          <a:pt x="10747" y="21540"/>
                        </a:cubicBezTo>
                        <a:lnTo>
                          <a:pt x="10747" y="21547"/>
                        </a:lnTo>
                        <a:cubicBezTo>
                          <a:pt x="10755" y="21547"/>
                          <a:pt x="10763" y="21547"/>
                          <a:pt x="10771" y="21547"/>
                        </a:cubicBezTo>
                        <a:cubicBezTo>
                          <a:pt x="10779" y="21547"/>
                          <a:pt x="10787" y="21547"/>
                          <a:pt x="10795" y="21547"/>
                        </a:cubicBezTo>
                        <a:cubicBezTo>
                          <a:pt x="10803" y="21547"/>
                          <a:pt x="10811" y="21547"/>
                          <a:pt x="10819" y="21547"/>
                        </a:cubicBezTo>
                        <a:cubicBezTo>
                          <a:pt x="10827" y="21547"/>
                          <a:pt x="10835" y="21547"/>
                          <a:pt x="10843" y="21547"/>
                        </a:cubicBezTo>
                        <a:lnTo>
                          <a:pt x="10843" y="21540"/>
                        </a:lnTo>
                        <a:cubicBezTo>
                          <a:pt x="13758" y="21600"/>
                          <a:pt x="16697" y="19844"/>
                          <a:pt x="19132" y="16564"/>
                        </a:cubicBezTo>
                        <a:cubicBezTo>
                          <a:pt x="19784" y="15686"/>
                          <a:pt x="20429" y="14698"/>
                          <a:pt x="20894" y="13219"/>
                        </a:cubicBezTo>
                        <a:cubicBezTo>
                          <a:pt x="21094" y="12584"/>
                          <a:pt x="21256" y="11872"/>
                          <a:pt x="21367" y="11104"/>
                        </a:cubicBezTo>
                        <a:cubicBezTo>
                          <a:pt x="21595" y="9522"/>
                          <a:pt x="21595" y="7816"/>
                          <a:pt x="21584" y="6144"/>
                        </a:cubicBezTo>
                        <a:cubicBezTo>
                          <a:pt x="21578" y="5206"/>
                          <a:pt x="21568" y="4268"/>
                          <a:pt x="21566" y="3330"/>
                        </a:cubicBezTo>
                        <a:cubicBezTo>
                          <a:pt x="21564" y="2220"/>
                          <a:pt x="21571" y="1113"/>
                          <a:pt x="21590" y="0"/>
                        </a:cubicBezTo>
                        <a:cubicBezTo>
                          <a:pt x="21581" y="262"/>
                          <a:pt x="21555" y="515"/>
                          <a:pt x="21533" y="769"/>
                        </a:cubicBezTo>
                        <a:cubicBezTo>
                          <a:pt x="21463" y="2130"/>
                          <a:pt x="21199" y="3373"/>
                          <a:pt x="20808" y="4522"/>
                        </a:cubicBezTo>
                        <a:cubicBezTo>
                          <a:pt x="20266" y="6116"/>
                          <a:pt x="19501" y="7593"/>
                          <a:pt x="18585" y="8736"/>
                        </a:cubicBezTo>
                        <a:cubicBezTo>
                          <a:pt x="17735" y="9796"/>
                          <a:pt x="16788" y="10568"/>
                          <a:pt x="15788" y="11127"/>
                        </a:cubicBezTo>
                        <a:cubicBezTo>
                          <a:pt x="14210" y="12010"/>
                          <a:pt x="12497" y="12350"/>
                          <a:pt x="10795" y="12350"/>
                        </a:cubicBezTo>
                        <a:cubicBezTo>
                          <a:pt x="9250" y="12350"/>
                          <a:pt x="7696" y="12062"/>
                          <a:pt x="6242" y="11350"/>
                        </a:cubicBezTo>
                        <a:cubicBezTo>
                          <a:pt x="5754" y="11129"/>
                          <a:pt x="5273" y="10858"/>
                          <a:pt x="4803" y="10481"/>
                        </a:cubicBezTo>
                        <a:cubicBezTo>
                          <a:pt x="4170" y="10008"/>
                          <a:pt x="3567" y="9436"/>
                          <a:pt x="3005" y="8736"/>
                        </a:cubicBezTo>
                        <a:cubicBezTo>
                          <a:pt x="2089" y="7593"/>
                          <a:pt x="1324" y="6116"/>
                          <a:pt x="782" y="4522"/>
                        </a:cubicBezTo>
                        <a:cubicBezTo>
                          <a:pt x="385" y="3356"/>
                          <a:pt x="122" y="2092"/>
                          <a:pt x="57" y="707"/>
                        </a:cubicBezTo>
                        <a:cubicBezTo>
                          <a:pt x="37" y="473"/>
                          <a:pt x="9" y="2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  <p:sp>
                <p:nvSpPr>
                  <p:cNvPr id="90" name="Shape 34340">
                    <a:extLst>
                      <a:ext uri="{FF2B5EF4-FFF2-40B4-BE49-F238E27FC236}">
                        <a16:creationId xmlns:a16="http://schemas.microsoft.com/office/drawing/2014/main" id="{9ECDA618-480C-426A-8835-490A1F05F3DC}"/>
                      </a:ext>
                    </a:extLst>
                  </p:cNvPr>
                  <p:cNvSpPr/>
                  <p:nvPr/>
                </p:nvSpPr>
                <p:spPr>
                  <a:xfrm rot="20580000" flipH="1">
                    <a:off x="25185" y="81153"/>
                    <a:ext cx="594155" cy="2610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13" h="21598" extrusionOk="0">
                        <a:moveTo>
                          <a:pt x="11453" y="1"/>
                        </a:moveTo>
                        <a:lnTo>
                          <a:pt x="10464" y="21560"/>
                        </a:lnTo>
                        <a:cubicBezTo>
                          <a:pt x="10565" y="21562"/>
                          <a:pt x="10664" y="21598"/>
                          <a:pt x="10765" y="21598"/>
                        </a:cubicBezTo>
                        <a:cubicBezTo>
                          <a:pt x="13542" y="21598"/>
                          <a:pt x="16353" y="20831"/>
                          <a:pt x="18542" y="18420"/>
                        </a:cubicBezTo>
                        <a:cubicBezTo>
                          <a:pt x="19457" y="17412"/>
                          <a:pt x="20213" y="16111"/>
                          <a:pt x="20755" y="14705"/>
                        </a:cubicBezTo>
                        <a:cubicBezTo>
                          <a:pt x="21245" y="13431"/>
                          <a:pt x="21557" y="12037"/>
                          <a:pt x="21509" y="10455"/>
                        </a:cubicBezTo>
                        <a:cubicBezTo>
                          <a:pt x="21456" y="8739"/>
                          <a:pt x="21018" y="7406"/>
                          <a:pt x="20470" y="6243"/>
                        </a:cubicBezTo>
                        <a:cubicBezTo>
                          <a:pt x="19908" y="5051"/>
                          <a:pt x="19211" y="3929"/>
                          <a:pt x="18442" y="3064"/>
                        </a:cubicBezTo>
                        <a:cubicBezTo>
                          <a:pt x="16432" y="803"/>
                          <a:pt x="14025" y="129"/>
                          <a:pt x="11620" y="1"/>
                        </a:cubicBezTo>
                        <a:cubicBezTo>
                          <a:pt x="11564" y="-2"/>
                          <a:pt x="11508" y="3"/>
                          <a:pt x="11453" y="1"/>
                        </a:cubicBezTo>
                        <a:close/>
                        <a:moveTo>
                          <a:pt x="9458" y="78"/>
                        </a:moveTo>
                        <a:cubicBezTo>
                          <a:pt x="7186" y="249"/>
                          <a:pt x="4941" y="957"/>
                          <a:pt x="3072" y="3064"/>
                        </a:cubicBezTo>
                        <a:cubicBezTo>
                          <a:pt x="2304" y="3931"/>
                          <a:pt x="1606" y="5051"/>
                          <a:pt x="1044" y="6243"/>
                        </a:cubicBezTo>
                        <a:cubicBezTo>
                          <a:pt x="496" y="7406"/>
                          <a:pt x="57" y="8739"/>
                          <a:pt x="5" y="10455"/>
                        </a:cubicBezTo>
                        <a:cubicBezTo>
                          <a:pt x="-43" y="12037"/>
                          <a:pt x="269" y="13431"/>
                          <a:pt x="759" y="14705"/>
                        </a:cubicBezTo>
                        <a:cubicBezTo>
                          <a:pt x="1301" y="16112"/>
                          <a:pt x="2057" y="17412"/>
                          <a:pt x="2972" y="18420"/>
                        </a:cubicBezTo>
                        <a:cubicBezTo>
                          <a:pt x="4529" y="20135"/>
                          <a:pt x="6433" y="20845"/>
                          <a:pt x="8385" y="21215"/>
                        </a:cubicBezTo>
                        <a:lnTo>
                          <a:pt x="9458" y="7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</p:grpSp>
            <p:grpSp>
              <p:nvGrpSpPr>
                <p:cNvPr id="69" name="Group 34344">
                  <a:extLst>
                    <a:ext uri="{FF2B5EF4-FFF2-40B4-BE49-F238E27FC236}">
                      <a16:creationId xmlns:a16="http://schemas.microsoft.com/office/drawing/2014/main" id="{5D0EEF42-7C3D-4672-86E5-BBA88A96AEB7}"/>
                    </a:ext>
                  </a:extLst>
                </p:cNvPr>
                <p:cNvGrpSpPr/>
                <p:nvPr/>
              </p:nvGrpSpPr>
              <p:grpSpPr>
                <a:xfrm>
                  <a:off x="508260" y="2420286"/>
                  <a:ext cx="656002" cy="472391"/>
                  <a:chOff x="0" y="0"/>
                  <a:chExt cx="656001" cy="472390"/>
                </a:xfrm>
              </p:grpSpPr>
              <p:sp>
                <p:nvSpPr>
                  <p:cNvPr id="87" name="Shape 34342">
                    <a:extLst>
                      <a:ext uri="{FF2B5EF4-FFF2-40B4-BE49-F238E27FC236}">
                        <a16:creationId xmlns:a16="http://schemas.microsoft.com/office/drawing/2014/main" id="{43055DA6-9C7A-4CA3-942D-39300EB1EF5B}"/>
                      </a:ext>
                    </a:extLst>
                  </p:cNvPr>
                  <p:cNvSpPr/>
                  <p:nvPr/>
                </p:nvSpPr>
                <p:spPr>
                  <a:xfrm rot="720000">
                    <a:off x="17376" y="183221"/>
                    <a:ext cx="595633" cy="22976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0" h="21547" extrusionOk="0">
                        <a:moveTo>
                          <a:pt x="0" y="0"/>
                        </a:moveTo>
                        <a:cubicBezTo>
                          <a:pt x="19" y="1113"/>
                          <a:pt x="26" y="2220"/>
                          <a:pt x="24" y="3330"/>
                        </a:cubicBezTo>
                        <a:cubicBezTo>
                          <a:pt x="22" y="4268"/>
                          <a:pt x="12" y="5206"/>
                          <a:pt x="6" y="6144"/>
                        </a:cubicBezTo>
                        <a:cubicBezTo>
                          <a:pt x="-5" y="7816"/>
                          <a:pt x="-5" y="9522"/>
                          <a:pt x="223" y="11104"/>
                        </a:cubicBezTo>
                        <a:cubicBezTo>
                          <a:pt x="334" y="11872"/>
                          <a:pt x="496" y="12584"/>
                          <a:pt x="696" y="13219"/>
                        </a:cubicBezTo>
                        <a:cubicBezTo>
                          <a:pt x="1161" y="14698"/>
                          <a:pt x="1806" y="15686"/>
                          <a:pt x="2458" y="16564"/>
                        </a:cubicBezTo>
                        <a:cubicBezTo>
                          <a:pt x="4893" y="19844"/>
                          <a:pt x="7832" y="21600"/>
                          <a:pt x="10747" y="21540"/>
                        </a:cubicBezTo>
                        <a:lnTo>
                          <a:pt x="10747" y="21547"/>
                        </a:lnTo>
                        <a:cubicBezTo>
                          <a:pt x="10755" y="21547"/>
                          <a:pt x="10763" y="21547"/>
                          <a:pt x="10771" y="21547"/>
                        </a:cubicBezTo>
                        <a:cubicBezTo>
                          <a:pt x="10779" y="21547"/>
                          <a:pt x="10787" y="21547"/>
                          <a:pt x="10795" y="21547"/>
                        </a:cubicBezTo>
                        <a:cubicBezTo>
                          <a:pt x="10803" y="21547"/>
                          <a:pt x="10811" y="21547"/>
                          <a:pt x="10819" y="21547"/>
                        </a:cubicBezTo>
                        <a:cubicBezTo>
                          <a:pt x="10827" y="21547"/>
                          <a:pt x="10835" y="21547"/>
                          <a:pt x="10843" y="21547"/>
                        </a:cubicBezTo>
                        <a:lnTo>
                          <a:pt x="10843" y="21540"/>
                        </a:lnTo>
                        <a:cubicBezTo>
                          <a:pt x="13758" y="21600"/>
                          <a:pt x="16697" y="19844"/>
                          <a:pt x="19132" y="16564"/>
                        </a:cubicBezTo>
                        <a:cubicBezTo>
                          <a:pt x="19784" y="15686"/>
                          <a:pt x="20429" y="14698"/>
                          <a:pt x="20894" y="13219"/>
                        </a:cubicBezTo>
                        <a:cubicBezTo>
                          <a:pt x="21094" y="12584"/>
                          <a:pt x="21256" y="11872"/>
                          <a:pt x="21367" y="11104"/>
                        </a:cubicBezTo>
                        <a:cubicBezTo>
                          <a:pt x="21595" y="9522"/>
                          <a:pt x="21595" y="7816"/>
                          <a:pt x="21584" y="6144"/>
                        </a:cubicBezTo>
                        <a:cubicBezTo>
                          <a:pt x="21578" y="5206"/>
                          <a:pt x="21568" y="4268"/>
                          <a:pt x="21566" y="3330"/>
                        </a:cubicBezTo>
                        <a:cubicBezTo>
                          <a:pt x="21564" y="2220"/>
                          <a:pt x="21571" y="1113"/>
                          <a:pt x="21590" y="0"/>
                        </a:cubicBezTo>
                        <a:cubicBezTo>
                          <a:pt x="21581" y="262"/>
                          <a:pt x="21555" y="515"/>
                          <a:pt x="21533" y="769"/>
                        </a:cubicBezTo>
                        <a:cubicBezTo>
                          <a:pt x="21463" y="2130"/>
                          <a:pt x="21199" y="3373"/>
                          <a:pt x="20808" y="4522"/>
                        </a:cubicBezTo>
                        <a:cubicBezTo>
                          <a:pt x="20266" y="6116"/>
                          <a:pt x="19501" y="7593"/>
                          <a:pt x="18585" y="8736"/>
                        </a:cubicBezTo>
                        <a:cubicBezTo>
                          <a:pt x="17735" y="9796"/>
                          <a:pt x="16788" y="10568"/>
                          <a:pt x="15788" y="11127"/>
                        </a:cubicBezTo>
                        <a:cubicBezTo>
                          <a:pt x="14210" y="12010"/>
                          <a:pt x="12497" y="12350"/>
                          <a:pt x="10795" y="12350"/>
                        </a:cubicBezTo>
                        <a:cubicBezTo>
                          <a:pt x="9250" y="12350"/>
                          <a:pt x="7696" y="12062"/>
                          <a:pt x="6242" y="11350"/>
                        </a:cubicBezTo>
                        <a:cubicBezTo>
                          <a:pt x="5754" y="11129"/>
                          <a:pt x="5273" y="10858"/>
                          <a:pt x="4803" y="10481"/>
                        </a:cubicBezTo>
                        <a:cubicBezTo>
                          <a:pt x="4170" y="10008"/>
                          <a:pt x="3567" y="9436"/>
                          <a:pt x="3005" y="8736"/>
                        </a:cubicBezTo>
                        <a:cubicBezTo>
                          <a:pt x="2089" y="7593"/>
                          <a:pt x="1324" y="6116"/>
                          <a:pt x="782" y="4522"/>
                        </a:cubicBezTo>
                        <a:cubicBezTo>
                          <a:pt x="385" y="3356"/>
                          <a:pt x="122" y="2092"/>
                          <a:pt x="57" y="707"/>
                        </a:cubicBezTo>
                        <a:cubicBezTo>
                          <a:pt x="37" y="473"/>
                          <a:pt x="9" y="2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  <p:sp>
                <p:nvSpPr>
                  <p:cNvPr id="88" name="Shape 34343">
                    <a:extLst>
                      <a:ext uri="{FF2B5EF4-FFF2-40B4-BE49-F238E27FC236}">
                        <a16:creationId xmlns:a16="http://schemas.microsoft.com/office/drawing/2014/main" id="{57380261-F25F-4066-820B-D623AE533879}"/>
                      </a:ext>
                    </a:extLst>
                  </p:cNvPr>
                  <p:cNvSpPr/>
                  <p:nvPr/>
                </p:nvSpPr>
                <p:spPr>
                  <a:xfrm rot="720000">
                    <a:off x="41197" y="58913"/>
                    <a:ext cx="594156" cy="26108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13" h="21598" extrusionOk="0">
                        <a:moveTo>
                          <a:pt x="11453" y="1"/>
                        </a:moveTo>
                        <a:lnTo>
                          <a:pt x="10464" y="21560"/>
                        </a:lnTo>
                        <a:cubicBezTo>
                          <a:pt x="10565" y="21562"/>
                          <a:pt x="10664" y="21598"/>
                          <a:pt x="10765" y="21598"/>
                        </a:cubicBezTo>
                        <a:cubicBezTo>
                          <a:pt x="13542" y="21598"/>
                          <a:pt x="16353" y="20831"/>
                          <a:pt x="18542" y="18420"/>
                        </a:cubicBezTo>
                        <a:cubicBezTo>
                          <a:pt x="19457" y="17412"/>
                          <a:pt x="20213" y="16111"/>
                          <a:pt x="20755" y="14705"/>
                        </a:cubicBezTo>
                        <a:cubicBezTo>
                          <a:pt x="21245" y="13431"/>
                          <a:pt x="21557" y="12037"/>
                          <a:pt x="21509" y="10455"/>
                        </a:cubicBezTo>
                        <a:cubicBezTo>
                          <a:pt x="21456" y="8739"/>
                          <a:pt x="21018" y="7406"/>
                          <a:pt x="20470" y="6243"/>
                        </a:cubicBezTo>
                        <a:cubicBezTo>
                          <a:pt x="19908" y="5051"/>
                          <a:pt x="19211" y="3929"/>
                          <a:pt x="18442" y="3064"/>
                        </a:cubicBezTo>
                        <a:cubicBezTo>
                          <a:pt x="16432" y="803"/>
                          <a:pt x="14025" y="129"/>
                          <a:pt x="11620" y="1"/>
                        </a:cubicBezTo>
                        <a:cubicBezTo>
                          <a:pt x="11564" y="-2"/>
                          <a:pt x="11508" y="3"/>
                          <a:pt x="11453" y="1"/>
                        </a:cubicBezTo>
                        <a:close/>
                        <a:moveTo>
                          <a:pt x="9458" y="78"/>
                        </a:moveTo>
                        <a:cubicBezTo>
                          <a:pt x="7186" y="249"/>
                          <a:pt x="4941" y="957"/>
                          <a:pt x="3072" y="3064"/>
                        </a:cubicBezTo>
                        <a:cubicBezTo>
                          <a:pt x="2304" y="3931"/>
                          <a:pt x="1606" y="5051"/>
                          <a:pt x="1044" y="6243"/>
                        </a:cubicBezTo>
                        <a:cubicBezTo>
                          <a:pt x="496" y="7406"/>
                          <a:pt x="57" y="8739"/>
                          <a:pt x="5" y="10455"/>
                        </a:cubicBezTo>
                        <a:cubicBezTo>
                          <a:pt x="-43" y="12037"/>
                          <a:pt x="269" y="13431"/>
                          <a:pt x="759" y="14705"/>
                        </a:cubicBezTo>
                        <a:cubicBezTo>
                          <a:pt x="1301" y="16112"/>
                          <a:pt x="2057" y="17412"/>
                          <a:pt x="2972" y="18420"/>
                        </a:cubicBezTo>
                        <a:cubicBezTo>
                          <a:pt x="4529" y="20135"/>
                          <a:pt x="6433" y="20845"/>
                          <a:pt x="8385" y="21215"/>
                        </a:cubicBezTo>
                        <a:lnTo>
                          <a:pt x="9458" y="7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</p:grpSp>
            <p:sp>
              <p:nvSpPr>
                <p:cNvPr id="70" name="Shape 34345">
                  <a:extLst>
                    <a:ext uri="{FF2B5EF4-FFF2-40B4-BE49-F238E27FC236}">
                      <a16:creationId xmlns:a16="http://schemas.microsoft.com/office/drawing/2014/main" id="{DB2F12A9-0B9C-4D4A-90A5-045D09629F9D}"/>
                    </a:ext>
                  </a:extLst>
                </p:cNvPr>
                <p:cNvSpPr/>
                <p:nvPr/>
              </p:nvSpPr>
              <p:spPr>
                <a:xfrm rot="1080000">
                  <a:off x="1051661" y="1455433"/>
                  <a:ext cx="518297" cy="51301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95" h="21600" extrusionOk="0">
                      <a:moveTo>
                        <a:pt x="0" y="10800"/>
                      </a:moveTo>
                      <a:cubicBezTo>
                        <a:pt x="0" y="13592"/>
                        <a:pt x="1008" y="16381"/>
                        <a:pt x="3018" y="18511"/>
                      </a:cubicBezTo>
                      <a:cubicBezTo>
                        <a:pt x="4758" y="20355"/>
                        <a:pt x="6969" y="21352"/>
                        <a:pt x="9240" y="21600"/>
                      </a:cubicBezTo>
                      <a:lnTo>
                        <a:pt x="9240" y="0"/>
                      </a:lnTo>
                      <a:cubicBezTo>
                        <a:pt x="6969" y="248"/>
                        <a:pt x="4758" y="1238"/>
                        <a:pt x="3018" y="3082"/>
                      </a:cubicBezTo>
                      <a:cubicBezTo>
                        <a:pt x="1008" y="5212"/>
                        <a:pt x="0" y="8008"/>
                        <a:pt x="0" y="10800"/>
                      </a:cubicBezTo>
                      <a:close/>
                      <a:moveTo>
                        <a:pt x="11357" y="21600"/>
                      </a:moveTo>
                      <a:cubicBezTo>
                        <a:pt x="13627" y="21352"/>
                        <a:pt x="15840" y="20354"/>
                        <a:pt x="17579" y="18511"/>
                      </a:cubicBezTo>
                      <a:cubicBezTo>
                        <a:pt x="21600" y="14251"/>
                        <a:pt x="21600" y="7342"/>
                        <a:pt x="17579" y="3082"/>
                      </a:cubicBezTo>
                      <a:cubicBezTo>
                        <a:pt x="15840" y="1239"/>
                        <a:pt x="13627" y="248"/>
                        <a:pt x="11357" y="0"/>
                      </a:cubicBezTo>
                      <a:lnTo>
                        <a:pt x="11357" y="2160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1" name="Shape 34346">
                  <a:extLst>
                    <a:ext uri="{FF2B5EF4-FFF2-40B4-BE49-F238E27FC236}">
                      <a16:creationId xmlns:a16="http://schemas.microsoft.com/office/drawing/2014/main" id="{70E1A554-80F3-4E66-9374-7ADC1F2662E0}"/>
                    </a:ext>
                  </a:extLst>
                </p:cNvPr>
                <p:cNvSpPr/>
                <p:nvPr/>
              </p:nvSpPr>
              <p:spPr>
                <a:xfrm flipH="1">
                  <a:off x="2107794" y="1508578"/>
                  <a:ext cx="518254" cy="5182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41" y="3164"/>
                      </a:moveTo>
                      <a:cubicBezTo>
                        <a:pt x="20395" y="5118"/>
                        <a:pt x="21600" y="7818"/>
                        <a:pt x="21600" y="10800"/>
                      </a:cubicBezTo>
                      <a:cubicBezTo>
                        <a:pt x="21600" y="13381"/>
                        <a:pt x="20658" y="15719"/>
                        <a:pt x="19147" y="17577"/>
                      </a:cubicBezTo>
                      <a:lnTo>
                        <a:pt x="4028" y="2458"/>
                      </a:lnTo>
                      <a:cubicBezTo>
                        <a:pt x="5886" y="947"/>
                        <a:pt x="8219" y="0"/>
                        <a:pt x="10800" y="0"/>
                      </a:cubicBezTo>
                      <a:cubicBezTo>
                        <a:pt x="13782" y="0"/>
                        <a:pt x="16486" y="1210"/>
                        <a:pt x="18441" y="3164"/>
                      </a:cubicBezTo>
                      <a:close/>
                      <a:moveTo>
                        <a:pt x="17577" y="19147"/>
                      </a:moveTo>
                      <a:cubicBezTo>
                        <a:pt x="15719" y="20657"/>
                        <a:pt x="13380" y="21600"/>
                        <a:pt x="10800" y="21600"/>
                      </a:cubicBezTo>
                      <a:cubicBezTo>
                        <a:pt x="4836" y="21600"/>
                        <a:pt x="0" y="16764"/>
                        <a:pt x="0" y="10800"/>
                      </a:cubicBezTo>
                      <a:cubicBezTo>
                        <a:pt x="0" y="8220"/>
                        <a:pt x="948" y="5885"/>
                        <a:pt x="2458" y="4028"/>
                      </a:cubicBezTo>
                      <a:lnTo>
                        <a:pt x="17577" y="191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2" name="Shape 34347">
                  <a:extLst>
                    <a:ext uri="{FF2B5EF4-FFF2-40B4-BE49-F238E27FC236}">
                      <a16:creationId xmlns:a16="http://schemas.microsoft.com/office/drawing/2014/main" id="{5FB9FE5F-2E6A-48D3-9241-0F41F01CFE0F}"/>
                    </a:ext>
                  </a:extLst>
                </p:cNvPr>
                <p:cNvSpPr/>
                <p:nvPr/>
              </p:nvSpPr>
              <p:spPr>
                <a:xfrm flipH="1">
                  <a:off x="451642" y="1361671"/>
                  <a:ext cx="518255" cy="5182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41" y="3164"/>
                      </a:moveTo>
                      <a:cubicBezTo>
                        <a:pt x="20395" y="5118"/>
                        <a:pt x="21600" y="7818"/>
                        <a:pt x="21600" y="10800"/>
                      </a:cubicBezTo>
                      <a:cubicBezTo>
                        <a:pt x="21600" y="13381"/>
                        <a:pt x="20658" y="15719"/>
                        <a:pt x="19147" y="17577"/>
                      </a:cubicBezTo>
                      <a:lnTo>
                        <a:pt x="4028" y="2458"/>
                      </a:lnTo>
                      <a:cubicBezTo>
                        <a:pt x="5886" y="947"/>
                        <a:pt x="8219" y="0"/>
                        <a:pt x="10800" y="0"/>
                      </a:cubicBezTo>
                      <a:cubicBezTo>
                        <a:pt x="13782" y="0"/>
                        <a:pt x="16486" y="1210"/>
                        <a:pt x="18441" y="3164"/>
                      </a:cubicBezTo>
                      <a:close/>
                      <a:moveTo>
                        <a:pt x="17577" y="19147"/>
                      </a:moveTo>
                      <a:cubicBezTo>
                        <a:pt x="15719" y="20657"/>
                        <a:pt x="13380" y="21600"/>
                        <a:pt x="10800" y="21600"/>
                      </a:cubicBezTo>
                      <a:cubicBezTo>
                        <a:pt x="4836" y="21600"/>
                        <a:pt x="0" y="16764"/>
                        <a:pt x="0" y="10800"/>
                      </a:cubicBezTo>
                      <a:cubicBezTo>
                        <a:pt x="0" y="8220"/>
                        <a:pt x="948" y="5885"/>
                        <a:pt x="2458" y="4028"/>
                      </a:cubicBezTo>
                      <a:lnTo>
                        <a:pt x="17577" y="191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3" name="Shape 34348">
                  <a:extLst>
                    <a:ext uri="{FF2B5EF4-FFF2-40B4-BE49-F238E27FC236}">
                      <a16:creationId xmlns:a16="http://schemas.microsoft.com/office/drawing/2014/main" id="{A76AFF4F-949B-4A28-AE33-A7001450B1EE}"/>
                    </a:ext>
                  </a:extLst>
                </p:cNvPr>
                <p:cNvSpPr/>
                <p:nvPr/>
              </p:nvSpPr>
              <p:spPr>
                <a:xfrm flipH="1">
                  <a:off x="1593832" y="1507692"/>
                  <a:ext cx="518254" cy="5182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41" y="3164"/>
                      </a:moveTo>
                      <a:cubicBezTo>
                        <a:pt x="20395" y="5118"/>
                        <a:pt x="21600" y="7818"/>
                        <a:pt x="21600" y="10800"/>
                      </a:cubicBezTo>
                      <a:cubicBezTo>
                        <a:pt x="21600" y="13381"/>
                        <a:pt x="20658" y="15719"/>
                        <a:pt x="19147" y="17577"/>
                      </a:cubicBezTo>
                      <a:lnTo>
                        <a:pt x="4028" y="2458"/>
                      </a:lnTo>
                      <a:cubicBezTo>
                        <a:pt x="5886" y="947"/>
                        <a:pt x="8219" y="0"/>
                        <a:pt x="10800" y="0"/>
                      </a:cubicBezTo>
                      <a:cubicBezTo>
                        <a:pt x="13782" y="0"/>
                        <a:pt x="16486" y="1210"/>
                        <a:pt x="18441" y="3164"/>
                      </a:cubicBezTo>
                      <a:close/>
                      <a:moveTo>
                        <a:pt x="17577" y="19147"/>
                      </a:moveTo>
                      <a:cubicBezTo>
                        <a:pt x="15719" y="20657"/>
                        <a:pt x="13380" y="21600"/>
                        <a:pt x="10800" y="21600"/>
                      </a:cubicBezTo>
                      <a:cubicBezTo>
                        <a:pt x="4836" y="21600"/>
                        <a:pt x="0" y="16764"/>
                        <a:pt x="0" y="10800"/>
                      </a:cubicBezTo>
                      <a:cubicBezTo>
                        <a:pt x="0" y="8220"/>
                        <a:pt x="948" y="5885"/>
                        <a:pt x="2458" y="4028"/>
                      </a:cubicBezTo>
                      <a:lnTo>
                        <a:pt x="17577" y="1914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grpSp>
              <p:nvGrpSpPr>
                <p:cNvPr id="74" name="Group 34351">
                  <a:extLst>
                    <a:ext uri="{FF2B5EF4-FFF2-40B4-BE49-F238E27FC236}">
                      <a16:creationId xmlns:a16="http://schemas.microsoft.com/office/drawing/2014/main" id="{4EFFB85A-98EF-4003-9847-1D22A6957BE0}"/>
                    </a:ext>
                  </a:extLst>
                </p:cNvPr>
                <p:cNvGrpSpPr/>
                <p:nvPr/>
              </p:nvGrpSpPr>
              <p:grpSpPr>
                <a:xfrm>
                  <a:off x="-1" y="1375768"/>
                  <a:ext cx="582731" cy="587865"/>
                  <a:chOff x="0" y="0"/>
                  <a:chExt cx="582729" cy="587863"/>
                </a:xfrm>
              </p:grpSpPr>
              <p:sp>
                <p:nvSpPr>
                  <p:cNvPr id="85" name="Shape 34349">
                    <a:extLst>
                      <a:ext uri="{FF2B5EF4-FFF2-40B4-BE49-F238E27FC236}">
                        <a16:creationId xmlns:a16="http://schemas.microsoft.com/office/drawing/2014/main" id="{DF207E1F-C245-4616-8078-46358F87797B}"/>
                      </a:ext>
                    </a:extLst>
                  </p:cNvPr>
                  <p:cNvSpPr/>
                  <p:nvPr/>
                </p:nvSpPr>
                <p:spPr>
                  <a:xfrm rot="2760000">
                    <a:off x="-7221" y="232043"/>
                    <a:ext cx="518297" cy="1999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0" h="21547" extrusionOk="0">
                        <a:moveTo>
                          <a:pt x="0" y="0"/>
                        </a:moveTo>
                        <a:cubicBezTo>
                          <a:pt x="19" y="1113"/>
                          <a:pt x="26" y="2220"/>
                          <a:pt x="24" y="3330"/>
                        </a:cubicBezTo>
                        <a:cubicBezTo>
                          <a:pt x="22" y="4268"/>
                          <a:pt x="12" y="5206"/>
                          <a:pt x="6" y="6144"/>
                        </a:cubicBezTo>
                        <a:cubicBezTo>
                          <a:pt x="-5" y="7816"/>
                          <a:pt x="-5" y="9522"/>
                          <a:pt x="223" y="11104"/>
                        </a:cubicBezTo>
                        <a:cubicBezTo>
                          <a:pt x="334" y="11872"/>
                          <a:pt x="496" y="12584"/>
                          <a:pt x="696" y="13219"/>
                        </a:cubicBezTo>
                        <a:cubicBezTo>
                          <a:pt x="1161" y="14698"/>
                          <a:pt x="1806" y="15686"/>
                          <a:pt x="2458" y="16564"/>
                        </a:cubicBezTo>
                        <a:cubicBezTo>
                          <a:pt x="4893" y="19844"/>
                          <a:pt x="7832" y="21600"/>
                          <a:pt x="10747" y="21540"/>
                        </a:cubicBezTo>
                        <a:lnTo>
                          <a:pt x="10747" y="21547"/>
                        </a:lnTo>
                        <a:cubicBezTo>
                          <a:pt x="10755" y="21547"/>
                          <a:pt x="10763" y="21547"/>
                          <a:pt x="10771" y="21547"/>
                        </a:cubicBezTo>
                        <a:cubicBezTo>
                          <a:pt x="10779" y="21547"/>
                          <a:pt x="10787" y="21547"/>
                          <a:pt x="10795" y="21547"/>
                        </a:cubicBezTo>
                        <a:cubicBezTo>
                          <a:pt x="10803" y="21547"/>
                          <a:pt x="10811" y="21547"/>
                          <a:pt x="10819" y="21547"/>
                        </a:cubicBezTo>
                        <a:cubicBezTo>
                          <a:pt x="10827" y="21547"/>
                          <a:pt x="10835" y="21547"/>
                          <a:pt x="10843" y="21547"/>
                        </a:cubicBezTo>
                        <a:lnTo>
                          <a:pt x="10843" y="21540"/>
                        </a:lnTo>
                        <a:cubicBezTo>
                          <a:pt x="13758" y="21600"/>
                          <a:pt x="16697" y="19844"/>
                          <a:pt x="19132" y="16564"/>
                        </a:cubicBezTo>
                        <a:cubicBezTo>
                          <a:pt x="19784" y="15686"/>
                          <a:pt x="20429" y="14698"/>
                          <a:pt x="20894" y="13219"/>
                        </a:cubicBezTo>
                        <a:cubicBezTo>
                          <a:pt x="21094" y="12584"/>
                          <a:pt x="21256" y="11872"/>
                          <a:pt x="21367" y="11104"/>
                        </a:cubicBezTo>
                        <a:cubicBezTo>
                          <a:pt x="21595" y="9522"/>
                          <a:pt x="21595" y="7816"/>
                          <a:pt x="21584" y="6144"/>
                        </a:cubicBezTo>
                        <a:cubicBezTo>
                          <a:pt x="21578" y="5206"/>
                          <a:pt x="21568" y="4268"/>
                          <a:pt x="21566" y="3330"/>
                        </a:cubicBezTo>
                        <a:cubicBezTo>
                          <a:pt x="21564" y="2220"/>
                          <a:pt x="21571" y="1113"/>
                          <a:pt x="21590" y="0"/>
                        </a:cubicBezTo>
                        <a:cubicBezTo>
                          <a:pt x="21581" y="262"/>
                          <a:pt x="21555" y="515"/>
                          <a:pt x="21533" y="769"/>
                        </a:cubicBezTo>
                        <a:cubicBezTo>
                          <a:pt x="21463" y="2130"/>
                          <a:pt x="21199" y="3373"/>
                          <a:pt x="20808" y="4522"/>
                        </a:cubicBezTo>
                        <a:cubicBezTo>
                          <a:pt x="20266" y="6116"/>
                          <a:pt x="19501" y="7593"/>
                          <a:pt x="18585" y="8736"/>
                        </a:cubicBezTo>
                        <a:cubicBezTo>
                          <a:pt x="17735" y="9796"/>
                          <a:pt x="16788" y="10568"/>
                          <a:pt x="15788" y="11127"/>
                        </a:cubicBezTo>
                        <a:cubicBezTo>
                          <a:pt x="14210" y="12010"/>
                          <a:pt x="12497" y="12350"/>
                          <a:pt x="10795" y="12350"/>
                        </a:cubicBezTo>
                        <a:cubicBezTo>
                          <a:pt x="9250" y="12350"/>
                          <a:pt x="7696" y="12062"/>
                          <a:pt x="6242" y="11350"/>
                        </a:cubicBezTo>
                        <a:cubicBezTo>
                          <a:pt x="5754" y="11129"/>
                          <a:pt x="5273" y="10858"/>
                          <a:pt x="4803" y="10481"/>
                        </a:cubicBezTo>
                        <a:cubicBezTo>
                          <a:pt x="4170" y="10008"/>
                          <a:pt x="3567" y="9436"/>
                          <a:pt x="3005" y="8736"/>
                        </a:cubicBezTo>
                        <a:cubicBezTo>
                          <a:pt x="2089" y="7593"/>
                          <a:pt x="1324" y="6116"/>
                          <a:pt x="782" y="4522"/>
                        </a:cubicBezTo>
                        <a:cubicBezTo>
                          <a:pt x="385" y="3356"/>
                          <a:pt x="122" y="2092"/>
                          <a:pt x="57" y="707"/>
                        </a:cubicBezTo>
                        <a:cubicBezTo>
                          <a:pt x="37" y="473"/>
                          <a:pt x="9" y="2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  <p:sp>
                <p:nvSpPr>
                  <p:cNvPr id="86" name="Shape 34350">
                    <a:extLst>
                      <a:ext uri="{FF2B5EF4-FFF2-40B4-BE49-F238E27FC236}">
                        <a16:creationId xmlns:a16="http://schemas.microsoft.com/office/drawing/2014/main" id="{601D318E-3F7D-4D0A-ADDD-4A7F33B9DCE2}"/>
                      </a:ext>
                    </a:extLst>
                  </p:cNvPr>
                  <p:cNvSpPr/>
                  <p:nvPr/>
                </p:nvSpPr>
                <p:spPr>
                  <a:xfrm rot="2760000">
                    <a:off x="62940" y="151269"/>
                    <a:ext cx="517012" cy="2271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13" h="21598" extrusionOk="0">
                        <a:moveTo>
                          <a:pt x="11453" y="1"/>
                        </a:moveTo>
                        <a:lnTo>
                          <a:pt x="10464" y="21560"/>
                        </a:lnTo>
                        <a:cubicBezTo>
                          <a:pt x="10565" y="21562"/>
                          <a:pt x="10664" y="21598"/>
                          <a:pt x="10765" y="21598"/>
                        </a:cubicBezTo>
                        <a:cubicBezTo>
                          <a:pt x="13542" y="21598"/>
                          <a:pt x="16353" y="20831"/>
                          <a:pt x="18542" y="18420"/>
                        </a:cubicBezTo>
                        <a:cubicBezTo>
                          <a:pt x="19457" y="17412"/>
                          <a:pt x="20213" y="16111"/>
                          <a:pt x="20755" y="14705"/>
                        </a:cubicBezTo>
                        <a:cubicBezTo>
                          <a:pt x="21245" y="13431"/>
                          <a:pt x="21557" y="12037"/>
                          <a:pt x="21509" y="10455"/>
                        </a:cubicBezTo>
                        <a:cubicBezTo>
                          <a:pt x="21456" y="8739"/>
                          <a:pt x="21018" y="7406"/>
                          <a:pt x="20470" y="6243"/>
                        </a:cubicBezTo>
                        <a:cubicBezTo>
                          <a:pt x="19908" y="5051"/>
                          <a:pt x="19211" y="3929"/>
                          <a:pt x="18442" y="3064"/>
                        </a:cubicBezTo>
                        <a:cubicBezTo>
                          <a:pt x="16432" y="803"/>
                          <a:pt x="14025" y="129"/>
                          <a:pt x="11620" y="1"/>
                        </a:cubicBezTo>
                        <a:cubicBezTo>
                          <a:pt x="11564" y="-2"/>
                          <a:pt x="11508" y="3"/>
                          <a:pt x="11453" y="1"/>
                        </a:cubicBezTo>
                        <a:close/>
                        <a:moveTo>
                          <a:pt x="9458" y="78"/>
                        </a:moveTo>
                        <a:cubicBezTo>
                          <a:pt x="7186" y="249"/>
                          <a:pt x="4941" y="957"/>
                          <a:pt x="3072" y="3064"/>
                        </a:cubicBezTo>
                        <a:cubicBezTo>
                          <a:pt x="2304" y="3931"/>
                          <a:pt x="1606" y="5051"/>
                          <a:pt x="1044" y="6243"/>
                        </a:cubicBezTo>
                        <a:cubicBezTo>
                          <a:pt x="496" y="7406"/>
                          <a:pt x="57" y="8739"/>
                          <a:pt x="5" y="10455"/>
                        </a:cubicBezTo>
                        <a:cubicBezTo>
                          <a:pt x="-43" y="12037"/>
                          <a:pt x="269" y="13431"/>
                          <a:pt x="759" y="14705"/>
                        </a:cubicBezTo>
                        <a:cubicBezTo>
                          <a:pt x="1301" y="16112"/>
                          <a:pt x="2057" y="17412"/>
                          <a:pt x="2972" y="18420"/>
                        </a:cubicBezTo>
                        <a:cubicBezTo>
                          <a:pt x="4529" y="20135"/>
                          <a:pt x="6433" y="20845"/>
                          <a:pt x="8385" y="21215"/>
                        </a:cubicBezTo>
                        <a:lnTo>
                          <a:pt x="9458" y="7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</p:grpSp>
            <p:sp>
              <p:nvSpPr>
                <p:cNvPr id="75" name="Shape 34352">
                  <a:extLst>
                    <a:ext uri="{FF2B5EF4-FFF2-40B4-BE49-F238E27FC236}">
                      <a16:creationId xmlns:a16="http://schemas.microsoft.com/office/drawing/2014/main" id="{77CE90AC-96AA-445C-A652-E6BFE729D427}"/>
                    </a:ext>
                  </a:extLst>
                </p:cNvPr>
                <p:cNvSpPr/>
                <p:nvPr/>
              </p:nvSpPr>
              <p:spPr>
                <a:xfrm>
                  <a:off x="937492" y="798363"/>
                  <a:ext cx="518254" cy="5182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36" y="3159"/>
                      </a:moveTo>
                      <a:cubicBezTo>
                        <a:pt x="16482" y="1205"/>
                        <a:pt x="13782" y="0"/>
                        <a:pt x="10800" y="0"/>
                      </a:cubicBezTo>
                      <a:cubicBezTo>
                        <a:pt x="8219" y="0"/>
                        <a:pt x="5881" y="942"/>
                        <a:pt x="4023" y="2453"/>
                      </a:cubicBezTo>
                      <a:lnTo>
                        <a:pt x="19142" y="17572"/>
                      </a:lnTo>
                      <a:cubicBezTo>
                        <a:pt x="20653" y="15714"/>
                        <a:pt x="21600" y="13381"/>
                        <a:pt x="21600" y="10800"/>
                      </a:cubicBezTo>
                      <a:cubicBezTo>
                        <a:pt x="21600" y="7818"/>
                        <a:pt x="20390" y="5114"/>
                        <a:pt x="18436" y="3159"/>
                      </a:cubicBezTo>
                      <a:close/>
                      <a:moveTo>
                        <a:pt x="2453" y="4023"/>
                      </a:moveTo>
                      <a:cubicBezTo>
                        <a:pt x="943" y="5881"/>
                        <a:pt x="0" y="8220"/>
                        <a:pt x="0" y="10800"/>
                      </a:cubicBezTo>
                      <a:cubicBezTo>
                        <a:pt x="0" y="16764"/>
                        <a:pt x="4836" y="21600"/>
                        <a:pt x="10800" y="21600"/>
                      </a:cubicBezTo>
                      <a:cubicBezTo>
                        <a:pt x="13380" y="21600"/>
                        <a:pt x="15715" y="20652"/>
                        <a:pt x="17572" y="19142"/>
                      </a:cubicBezTo>
                      <a:lnTo>
                        <a:pt x="2453" y="402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6" name="Shape 34353">
                  <a:extLst>
                    <a:ext uri="{FF2B5EF4-FFF2-40B4-BE49-F238E27FC236}">
                      <a16:creationId xmlns:a16="http://schemas.microsoft.com/office/drawing/2014/main" id="{D590ED11-F17F-490F-8D11-7F2F1880926E}"/>
                    </a:ext>
                  </a:extLst>
                </p:cNvPr>
                <p:cNvSpPr/>
                <p:nvPr/>
              </p:nvSpPr>
              <p:spPr>
                <a:xfrm>
                  <a:off x="1923210" y="0"/>
                  <a:ext cx="518254" cy="5182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36" y="3159"/>
                      </a:moveTo>
                      <a:cubicBezTo>
                        <a:pt x="16482" y="1205"/>
                        <a:pt x="13782" y="0"/>
                        <a:pt x="10800" y="0"/>
                      </a:cubicBezTo>
                      <a:cubicBezTo>
                        <a:pt x="8219" y="0"/>
                        <a:pt x="5881" y="942"/>
                        <a:pt x="4023" y="2453"/>
                      </a:cubicBezTo>
                      <a:lnTo>
                        <a:pt x="19142" y="17572"/>
                      </a:lnTo>
                      <a:cubicBezTo>
                        <a:pt x="20653" y="15714"/>
                        <a:pt x="21600" y="13381"/>
                        <a:pt x="21600" y="10800"/>
                      </a:cubicBezTo>
                      <a:cubicBezTo>
                        <a:pt x="21600" y="7818"/>
                        <a:pt x="20390" y="5114"/>
                        <a:pt x="18436" y="3159"/>
                      </a:cubicBezTo>
                      <a:close/>
                      <a:moveTo>
                        <a:pt x="2453" y="4023"/>
                      </a:moveTo>
                      <a:cubicBezTo>
                        <a:pt x="943" y="5881"/>
                        <a:pt x="0" y="8220"/>
                        <a:pt x="0" y="10800"/>
                      </a:cubicBezTo>
                      <a:cubicBezTo>
                        <a:pt x="0" y="16764"/>
                        <a:pt x="4836" y="21600"/>
                        <a:pt x="10800" y="21600"/>
                      </a:cubicBezTo>
                      <a:cubicBezTo>
                        <a:pt x="13380" y="21600"/>
                        <a:pt x="15715" y="20652"/>
                        <a:pt x="17572" y="19142"/>
                      </a:cubicBezTo>
                      <a:lnTo>
                        <a:pt x="2453" y="402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7" name="Shape 34354">
                  <a:extLst>
                    <a:ext uri="{FF2B5EF4-FFF2-40B4-BE49-F238E27FC236}">
                      <a16:creationId xmlns:a16="http://schemas.microsoft.com/office/drawing/2014/main" id="{DE065029-74CF-4FB2-A62A-E061235E8629}"/>
                    </a:ext>
                  </a:extLst>
                </p:cNvPr>
                <p:cNvSpPr/>
                <p:nvPr/>
              </p:nvSpPr>
              <p:spPr>
                <a:xfrm>
                  <a:off x="105795" y="798501"/>
                  <a:ext cx="513014" cy="5182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8" name="Shape 34355">
                  <a:extLst>
                    <a:ext uri="{FF2B5EF4-FFF2-40B4-BE49-F238E27FC236}">
                      <a16:creationId xmlns:a16="http://schemas.microsoft.com/office/drawing/2014/main" id="{15A87F88-E411-4C4D-B2A4-D6E2BAEBA077}"/>
                    </a:ext>
                  </a:extLst>
                </p:cNvPr>
                <p:cNvSpPr/>
                <p:nvPr/>
              </p:nvSpPr>
              <p:spPr>
                <a:xfrm>
                  <a:off x="2038944" y="1122476"/>
                  <a:ext cx="513014" cy="5182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79" name="Shape 34356">
                  <a:extLst>
                    <a:ext uri="{FF2B5EF4-FFF2-40B4-BE49-F238E27FC236}">
                      <a16:creationId xmlns:a16="http://schemas.microsoft.com/office/drawing/2014/main" id="{75E51B23-65D8-4926-A930-2EECF646369D}"/>
                    </a:ext>
                  </a:extLst>
                </p:cNvPr>
                <p:cNvSpPr/>
                <p:nvPr/>
              </p:nvSpPr>
              <p:spPr>
                <a:xfrm>
                  <a:off x="1354348" y="417986"/>
                  <a:ext cx="513014" cy="51829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80" name="Shape 34357">
                  <a:extLst>
                    <a:ext uri="{FF2B5EF4-FFF2-40B4-BE49-F238E27FC236}">
                      <a16:creationId xmlns:a16="http://schemas.microsoft.com/office/drawing/2014/main" id="{545F93BA-CB1B-43B8-9D06-88042EE54D71}"/>
                    </a:ext>
                  </a:extLst>
                </p:cNvPr>
                <p:cNvSpPr/>
                <p:nvPr/>
              </p:nvSpPr>
              <p:spPr>
                <a:xfrm>
                  <a:off x="524953" y="353526"/>
                  <a:ext cx="518255" cy="51825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436" y="3159"/>
                      </a:moveTo>
                      <a:cubicBezTo>
                        <a:pt x="16482" y="1205"/>
                        <a:pt x="13782" y="0"/>
                        <a:pt x="10800" y="0"/>
                      </a:cubicBezTo>
                      <a:cubicBezTo>
                        <a:pt x="8219" y="0"/>
                        <a:pt x="5881" y="942"/>
                        <a:pt x="4023" y="2453"/>
                      </a:cubicBezTo>
                      <a:lnTo>
                        <a:pt x="19142" y="17572"/>
                      </a:lnTo>
                      <a:cubicBezTo>
                        <a:pt x="20653" y="15714"/>
                        <a:pt x="21600" y="13381"/>
                        <a:pt x="21600" y="10800"/>
                      </a:cubicBezTo>
                      <a:cubicBezTo>
                        <a:pt x="21600" y="7818"/>
                        <a:pt x="20390" y="5114"/>
                        <a:pt x="18436" y="3159"/>
                      </a:cubicBezTo>
                      <a:close/>
                      <a:moveTo>
                        <a:pt x="2453" y="4023"/>
                      </a:moveTo>
                      <a:cubicBezTo>
                        <a:pt x="943" y="5881"/>
                        <a:pt x="0" y="8220"/>
                        <a:pt x="0" y="10800"/>
                      </a:cubicBezTo>
                      <a:cubicBezTo>
                        <a:pt x="0" y="16764"/>
                        <a:pt x="4836" y="21600"/>
                        <a:pt x="10800" y="21600"/>
                      </a:cubicBezTo>
                      <a:cubicBezTo>
                        <a:pt x="13380" y="21600"/>
                        <a:pt x="15715" y="20652"/>
                        <a:pt x="17572" y="19142"/>
                      </a:cubicBezTo>
                      <a:lnTo>
                        <a:pt x="2453" y="402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81" name="Shape 34358">
                  <a:extLst>
                    <a:ext uri="{FF2B5EF4-FFF2-40B4-BE49-F238E27FC236}">
                      <a16:creationId xmlns:a16="http://schemas.microsoft.com/office/drawing/2014/main" id="{205991F9-3CC6-49D1-A511-C4DD1549A859}"/>
                    </a:ext>
                  </a:extLst>
                </p:cNvPr>
                <p:cNvSpPr/>
                <p:nvPr/>
              </p:nvSpPr>
              <p:spPr>
                <a:xfrm rot="840000">
                  <a:off x="1523852" y="936225"/>
                  <a:ext cx="513014" cy="51829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0595" extrusionOk="0">
                      <a:moveTo>
                        <a:pt x="10800" y="0"/>
                      </a:moveTo>
                      <a:cubicBezTo>
                        <a:pt x="8008" y="0"/>
                        <a:pt x="5219" y="1008"/>
                        <a:pt x="3089" y="3018"/>
                      </a:cubicBezTo>
                      <a:cubicBezTo>
                        <a:pt x="1245" y="4758"/>
                        <a:pt x="248" y="6969"/>
                        <a:pt x="0" y="9240"/>
                      </a:cubicBezTo>
                      <a:lnTo>
                        <a:pt x="21600" y="9240"/>
                      </a:lnTo>
                      <a:cubicBezTo>
                        <a:pt x="21352" y="6969"/>
                        <a:pt x="20362" y="4758"/>
                        <a:pt x="18518" y="3018"/>
                      </a:cubicBezTo>
                      <a:cubicBezTo>
                        <a:pt x="16388" y="1008"/>
                        <a:pt x="13592" y="0"/>
                        <a:pt x="10800" y="0"/>
                      </a:cubicBezTo>
                      <a:close/>
                      <a:moveTo>
                        <a:pt x="0" y="11357"/>
                      </a:moveTo>
                      <a:cubicBezTo>
                        <a:pt x="248" y="13627"/>
                        <a:pt x="1246" y="15840"/>
                        <a:pt x="3089" y="17579"/>
                      </a:cubicBezTo>
                      <a:cubicBezTo>
                        <a:pt x="7349" y="21600"/>
                        <a:pt x="14258" y="21600"/>
                        <a:pt x="18518" y="17579"/>
                      </a:cubicBezTo>
                      <a:cubicBezTo>
                        <a:pt x="20361" y="15840"/>
                        <a:pt x="21352" y="13627"/>
                        <a:pt x="21600" y="11357"/>
                      </a:cubicBezTo>
                      <a:lnTo>
                        <a:pt x="0" y="1135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endParaRPr sz="5063" dirty="0">
                    <a:latin typeface="Lato Light" panose="020F0502020204030203" pitchFamily="34" charset="0"/>
                  </a:endParaRPr>
                </a:p>
              </p:txBody>
            </p:sp>
            <p:grpSp>
              <p:nvGrpSpPr>
                <p:cNvPr id="82" name="Group 34361">
                  <a:extLst>
                    <a:ext uri="{FF2B5EF4-FFF2-40B4-BE49-F238E27FC236}">
                      <a16:creationId xmlns:a16="http://schemas.microsoft.com/office/drawing/2014/main" id="{226612D5-7F42-4306-B372-862C987BC062}"/>
                    </a:ext>
                  </a:extLst>
                </p:cNvPr>
                <p:cNvGrpSpPr/>
                <p:nvPr/>
              </p:nvGrpSpPr>
              <p:grpSpPr>
                <a:xfrm>
                  <a:off x="1937737" y="573692"/>
                  <a:ext cx="481532" cy="596176"/>
                  <a:chOff x="0" y="0"/>
                  <a:chExt cx="481531" cy="596174"/>
                </a:xfrm>
              </p:grpSpPr>
              <p:sp>
                <p:nvSpPr>
                  <p:cNvPr id="83" name="Shape 34359">
                    <a:extLst>
                      <a:ext uri="{FF2B5EF4-FFF2-40B4-BE49-F238E27FC236}">
                        <a16:creationId xmlns:a16="http://schemas.microsoft.com/office/drawing/2014/main" id="{C396D41D-BB48-4AF4-9822-18EB8AEB62D5}"/>
                      </a:ext>
                    </a:extLst>
                  </p:cNvPr>
                  <p:cNvSpPr/>
                  <p:nvPr/>
                </p:nvSpPr>
                <p:spPr>
                  <a:xfrm rot="14880000">
                    <a:off x="32619" y="177761"/>
                    <a:ext cx="518298" cy="199929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90" h="21547" extrusionOk="0">
                        <a:moveTo>
                          <a:pt x="0" y="0"/>
                        </a:moveTo>
                        <a:cubicBezTo>
                          <a:pt x="19" y="1113"/>
                          <a:pt x="26" y="2220"/>
                          <a:pt x="24" y="3330"/>
                        </a:cubicBezTo>
                        <a:cubicBezTo>
                          <a:pt x="22" y="4268"/>
                          <a:pt x="12" y="5206"/>
                          <a:pt x="6" y="6144"/>
                        </a:cubicBezTo>
                        <a:cubicBezTo>
                          <a:pt x="-5" y="7816"/>
                          <a:pt x="-5" y="9522"/>
                          <a:pt x="223" y="11104"/>
                        </a:cubicBezTo>
                        <a:cubicBezTo>
                          <a:pt x="334" y="11872"/>
                          <a:pt x="496" y="12584"/>
                          <a:pt x="696" y="13219"/>
                        </a:cubicBezTo>
                        <a:cubicBezTo>
                          <a:pt x="1161" y="14698"/>
                          <a:pt x="1806" y="15686"/>
                          <a:pt x="2458" y="16564"/>
                        </a:cubicBezTo>
                        <a:cubicBezTo>
                          <a:pt x="4893" y="19844"/>
                          <a:pt x="7832" y="21600"/>
                          <a:pt x="10747" y="21540"/>
                        </a:cubicBezTo>
                        <a:lnTo>
                          <a:pt x="10747" y="21547"/>
                        </a:lnTo>
                        <a:cubicBezTo>
                          <a:pt x="10755" y="21547"/>
                          <a:pt x="10763" y="21547"/>
                          <a:pt x="10771" y="21547"/>
                        </a:cubicBezTo>
                        <a:cubicBezTo>
                          <a:pt x="10779" y="21547"/>
                          <a:pt x="10787" y="21547"/>
                          <a:pt x="10795" y="21547"/>
                        </a:cubicBezTo>
                        <a:cubicBezTo>
                          <a:pt x="10803" y="21547"/>
                          <a:pt x="10811" y="21547"/>
                          <a:pt x="10819" y="21547"/>
                        </a:cubicBezTo>
                        <a:cubicBezTo>
                          <a:pt x="10827" y="21547"/>
                          <a:pt x="10835" y="21547"/>
                          <a:pt x="10843" y="21547"/>
                        </a:cubicBezTo>
                        <a:lnTo>
                          <a:pt x="10843" y="21540"/>
                        </a:lnTo>
                        <a:cubicBezTo>
                          <a:pt x="13758" y="21600"/>
                          <a:pt x="16697" y="19844"/>
                          <a:pt x="19132" y="16564"/>
                        </a:cubicBezTo>
                        <a:cubicBezTo>
                          <a:pt x="19784" y="15686"/>
                          <a:pt x="20429" y="14698"/>
                          <a:pt x="20894" y="13219"/>
                        </a:cubicBezTo>
                        <a:cubicBezTo>
                          <a:pt x="21094" y="12584"/>
                          <a:pt x="21256" y="11872"/>
                          <a:pt x="21367" y="11104"/>
                        </a:cubicBezTo>
                        <a:cubicBezTo>
                          <a:pt x="21595" y="9522"/>
                          <a:pt x="21595" y="7816"/>
                          <a:pt x="21584" y="6144"/>
                        </a:cubicBezTo>
                        <a:cubicBezTo>
                          <a:pt x="21578" y="5206"/>
                          <a:pt x="21568" y="4268"/>
                          <a:pt x="21566" y="3330"/>
                        </a:cubicBezTo>
                        <a:cubicBezTo>
                          <a:pt x="21564" y="2220"/>
                          <a:pt x="21571" y="1113"/>
                          <a:pt x="21590" y="0"/>
                        </a:cubicBezTo>
                        <a:cubicBezTo>
                          <a:pt x="21581" y="262"/>
                          <a:pt x="21555" y="515"/>
                          <a:pt x="21533" y="769"/>
                        </a:cubicBezTo>
                        <a:cubicBezTo>
                          <a:pt x="21463" y="2130"/>
                          <a:pt x="21199" y="3373"/>
                          <a:pt x="20808" y="4522"/>
                        </a:cubicBezTo>
                        <a:cubicBezTo>
                          <a:pt x="20266" y="6116"/>
                          <a:pt x="19501" y="7593"/>
                          <a:pt x="18585" y="8736"/>
                        </a:cubicBezTo>
                        <a:cubicBezTo>
                          <a:pt x="17735" y="9796"/>
                          <a:pt x="16788" y="10568"/>
                          <a:pt x="15788" y="11127"/>
                        </a:cubicBezTo>
                        <a:cubicBezTo>
                          <a:pt x="14210" y="12010"/>
                          <a:pt x="12497" y="12350"/>
                          <a:pt x="10795" y="12350"/>
                        </a:cubicBezTo>
                        <a:cubicBezTo>
                          <a:pt x="9250" y="12350"/>
                          <a:pt x="7696" y="12062"/>
                          <a:pt x="6242" y="11350"/>
                        </a:cubicBezTo>
                        <a:cubicBezTo>
                          <a:pt x="5754" y="11129"/>
                          <a:pt x="5273" y="10858"/>
                          <a:pt x="4803" y="10481"/>
                        </a:cubicBezTo>
                        <a:cubicBezTo>
                          <a:pt x="4170" y="10008"/>
                          <a:pt x="3567" y="9436"/>
                          <a:pt x="3005" y="8736"/>
                        </a:cubicBezTo>
                        <a:cubicBezTo>
                          <a:pt x="2089" y="7593"/>
                          <a:pt x="1324" y="6116"/>
                          <a:pt x="782" y="4522"/>
                        </a:cubicBezTo>
                        <a:cubicBezTo>
                          <a:pt x="385" y="3356"/>
                          <a:pt x="122" y="2092"/>
                          <a:pt x="57" y="707"/>
                        </a:cubicBezTo>
                        <a:cubicBezTo>
                          <a:pt x="37" y="473"/>
                          <a:pt x="9" y="242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  <p:sp>
                <p:nvSpPr>
                  <p:cNvPr id="84" name="Shape 34360">
                    <a:extLst>
                      <a:ext uri="{FF2B5EF4-FFF2-40B4-BE49-F238E27FC236}">
                        <a16:creationId xmlns:a16="http://schemas.microsoft.com/office/drawing/2014/main" id="{10EB97C3-91B2-4D41-B10C-2E009700091E}"/>
                      </a:ext>
                    </a:extLst>
                  </p:cNvPr>
                  <p:cNvSpPr/>
                  <p:nvPr/>
                </p:nvSpPr>
                <p:spPr>
                  <a:xfrm rot="14880000">
                    <a:off x="-56349" y="200350"/>
                    <a:ext cx="517012" cy="227182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513" h="21598" extrusionOk="0">
                        <a:moveTo>
                          <a:pt x="11453" y="1"/>
                        </a:moveTo>
                        <a:lnTo>
                          <a:pt x="10464" y="21560"/>
                        </a:lnTo>
                        <a:cubicBezTo>
                          <a:pt x="10565" y="21562"/>
                          <a:pt x="10664" y="21598"/>
                          <a:pt x="10765" y="21598"/>
                        </a:cubicBezTo>
                        <a:cubicBezTo>
                          <a:pt x="13542" y="21598"/>
                          <a:pt x="16353" y="20831"/>
                          <a:pt x="18542" y="18420"/>
                        </a:cubicBezTo>
                        <a:cubicBezTo>
                          <a:pt x="19457" y="17412"/>
                          <a:pt x="20213" y="16111"/>
                          <a:pt x="20755" y="14705"/>
                        </a:cubicBezTo>
                        <a:cubicBezTo>
                          <a:pt x="21245" y="13431"/>
                          <a:pt x="21557" y="12037"/>
                          <a:pt x="21509" y="10455"/>
                        </a:cubicBezTo>
                        <a:cubicBezTo>
                          <a:pt x="21456" y="8739"/>
                          <a:pt x="21018" y="7406"/>
                          <a:pt x="20470" y="6243"/>
                        </a:cubicBezTo>
                        <a:cubicBezTo>
                          <a:pt x="19908" y="5051"/>
                          <a:pt x="19211" y="3929"/>
                          <a:pt x="18442" y="3064"/>
                        </a:cubicBezTo>
                        <a:cubicBezTo>
                          <a:pt x="16432" y="803"/>
                          <a:pt x="14025" y="129"/>
                          <a:pt x="11620" y="1"/>
                        </a:cubicBezTo>
                        <a:cubicBezTo>
                          <a:pt x="11564" y="-2"/>
                          <a:pt x="11508" y="3"/>
                          <a:pt x="11453" y="1"/>
                        </a:cubicBezTo>
                        <a:close/>
                        <a:moveTo>
                          <a:pt x="9458" y="78"/>
                        </a:moveTo>
                        <a:cubicBezTo>
                          <a:pt x="7186" y="249"/>
                          <a:pt x="4941" y="957"/>
                          <a:pt x="3072" y="3064"/>
                        </a:cubicBezTo>
                        <a:cubicBezTo>
                          <a:pt x="2304" y="3931"/>
                          <a:pt x="1606" y="5051"/>
                          <a:pt x="1044" y="6243"/>
                        </a:cubicBezTo>
                        <a:cubicBezTo>
                          <a:pt x="496" y="7406"/>
                          <a:pt x="57" y="8739"/>
                          <a:pt x="5" y="10455"/>
                        </a:cubicBezTo>
                        <a:cubicBezTo>
                          <a:pt x="-43" y="12037"/>
                          <a:pt x="269" y="13431"/>
                          <a:pt x="759" y="14705"/>
                        </a:cubicBezTo>
                        <a:cubicBezTo>
                          <a:pt x="1301" y="16112"/>
                          <a:pt x="2057" y="17412"/>
                          <a:pt x="2972" y="18420"/>
                        </a:cubicBezTo>
                        <a:cubicBezTo>
                          <a:pt x="4529" y="20135"/>
                          <a:pt x="6433" y="20845"/>
                          <a:pt x="8385" y="21215"/>
                        </a:cubicBezTo>
                        <a:lnTo>
                          <a:pt x="9458" y="78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endParaRPr sz="5063" dirty="0">
                      <a:latin typeface="Lato Light" panose="020F0502020204030203" pitchFamily="34" charset="0"/>
                    </a:endParaRPr>
                  </a:p>
                </p:txBody>
              </p:sp>
            </p:grpSp>
          </p:grpSp>
        </p:grp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603AAE0A-3D42-43CB-AEFD-F5D05A745186}"/>
              </a:ext>
            </a:extLst>
          </p:cNvPr>
          <p:cNvSpPr txBox="1"/>
          <p:nvPr/>
        </p:nvSpPr>
        <p:spPr>
          <a:xfrm>
            <a:off x="3374485" y="10274269"/>
            <a:ext cx="1167307" cy="76944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20%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9E63B1C-5DE3-493F-904D-F7BB58910445}"/>
              </a:ext>
            </a:extLst>
          </p:cNvPr>
          <p:cNvSpPr txBox="1"/>
          <p:nvPr/>
        </p:nvSpPr>
        <p:spPr>
          <a:xfrm>
            <a:off x="1417160" y="10274269"/>
            <a:ext cx="1167307" cy="76944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80%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B7C1534-07CB-407E-A167-44428A545F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3427" y="8175688"/>
            <a:ext cx="3304466" cy="2712461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851A4F8-BA9F-4564-A0D9-B2B8D63C7B0E}"/>
              </a:ext>
            </a:extLst>
          </p:cNvPr>
          <p:cNvSpPr txBox="1">
            <a:spLocks/>
          </p:cNvSpPr>
          <p:nvPr/>
        </p:nvSpPr>
        <p:spPr>
          <a:xfrm>
            <a:off x="891404" y="10993830"/>
            <a:ext cx="2075743" cy="63556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Training set</a:t>
            </a:r>
            <a:endParaRPr lang="en-US" b="1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3EE0066-04BF-4836-8572-5DB5606FD269}"/>
              </a:ext>
            </a:extLst>
          </p:cNvPr>
          <p:cNvSpPr txBox="1">
            <a:spLocks/>
          </p:cNvSpPr>
          <p:nvPr/>
        </p:nvSpPr>
        <p:spPr>
          <a:xfrm>
            <a:off x="2305545" y="10985002"/>
            <a:ext cx="3332889" cy="63556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40"/>
              </a:lnSpc>
            </a:pPr>
            <a:r>
              <a:rPr lang="en-US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Testing set</a:t>
            </a:r>
            <a:endParaRPr lang="en-US" b="1" dirty="0">
              <a:solidFill>
                <a:schemeClr val="tx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Picture 9" descr="A close up of a hand holding a glass&#10;&#10;Description automatically generated">
            <a:extLst>
              <a:ext uri="{FF2B5EF4-FFF2-40B4-BE49-F238E27FC236}">
                <a16:creationId xmlns:a16="http://schemas.microsoft.com/office/drawing/2014/main" id="{173A8D57-06C9-4130-8FE6-27C14F7164E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0792" y="4133509"/>
            <a:ext cx="3203441" cy="201125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1D578617-AF30-4619-B00E-1D5C1BE65F90}"/>
              </a:ext>
            </a:extLst>
          </p:cNvPr>
          <p:cNvSpPr txBox="1"/>
          <p:nvPr/>
        </p:nvSpPr>
        <p:spPr>
          <a:xfrm>
            <a:off x="19052194" y="6791709"/>
            <a:ext cx="341933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Light" panose="020B0306030504020204" pitchFamily="34" charset="0"/>
              </a:rPr>
              <a:t>Flask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Light" panose="020B0306030504020204" pitchFamily="34" charset="0"/>
              </a:rPr>
              <a:t>Bootstrap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Open Sans Light" panose="020B0306030504020204" pitchFamily="34" charset="0"/>
            </a:endParaRPr>
          </a:p>
          <a:p>
            <a:r>
              <a:rPr lang="en-US" sz="2800" b="1" dirty="0">
                <a:latin typeface="Open Sans Light" panose="020B0306030504020204" pitchFamily="34" charset="0"/>
              </a:rPr>
              <a:t>Tableau Dashboard</a:t>
            </a:r>
          </a:p>
        </p:txBody>
      </p:sp>
    </p:spTree>
    <p:extLst>
      <p:ext uri="{BB962C8B-B14F-4D97-AF65-F5344CB8AC3E}">
        <p14:creationId xmlns:p14="http://schemas.microsoft.com/office/powerpoint/2010/main" val="32384778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2C8DC-FF33-4B37-A26F-9E564EC09EBC}"/>
              </a:ext>
            </a:extLst>
          </p:cNvPr>
          <p:cNvSpPr/>
          <p:nvPr/>
        </p:nvSpPr>
        <p:spPr>
          <a:xfrm>
            <a:off x="19431000" y="0"/>
            <a:ext cx="4946649" cy="13715996"/>
          </a:xfrm>
          <a:prstGeom prst="rect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FDF589-73A4-46C9-9FCA-D462F4C0FE79}"/>
              </a:ext>
            </a:extLst>
          </p:cNvPr>
          <p:cNvSpPr txBox="1"/>
          <p:nvPr/>
        </p:nvSpPr>
        <p:spPr>
          <a:xfrm>
            <a:off x="16748004" y="5228294"/>
            <a:ext cx="5160071" cy="209288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Main difficulties</a:t>
            </a:r>
          </a:p>
        </p:txBody>
      </p:sp>
      <p:pic>
        <p:nvPicPr>
          <p:cNvPr id="6" name="Picture Placeholder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52233F-DACC-4C88-A7FF-27594748572D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1" r="29281"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22ABB2-2234-4CC6-A940-D0E392EBB5D1}"/>
              </a:ext>
            </a:extLst>
          </p:cNvPr>
          <p:cNvSpPr/>
          <p:nvPr/>
        </p:nvSpPr>
        <p:spPr>
          <a:xfrm>
            <a:off x="14273560" y="0"/>
            <a:ext cx="10104089" cy="13715996"/>
          </a:xfrm>
          <a:prstGeom prst="rect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88F19-AD95-4293-8744-6781CA60B79D}"/>
              </a:ext>
            </a:extLst>
          </p:cNvPr>
          <p:cNvSpPr txBox="1"/>
          <p:nvPr/>
        </p:nvSpPr>
        <p:spPr>
          <a:xfrm>
            <a:off x="16748004" y="5228294"/>
            <a:ext cx="6378696" cy="209288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MAIN </a:t>
            </a:r>
          </a:p>
          <a:p>
            <a:pPr algn="ctr"/>
            <a:r>
              <a:rPr lang="en-US" sz="6800" spc="4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DIFFICULTIES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7CA20-5CFD-4F7F-B706-30009F2AE660}"/>
              </a:ext>
            </a:extLst>
          </p:cNvPr>
          <p:cNvSpPr txBox="1"/>
          <p:nvPr/>
        </p:nvSpPr>
        <p:spPr>
          <a:xfrm>
            <a:off x="746150" y="3590227"/>
            <a:ext cx="13493437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Choosing dataset.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Too many medical specialties / poor information</a:t>
            </a:r>
          </a:p>
          <a:p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   in some medical specialties.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Low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Productivity.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b="1" dirty="0">
              <a:solidFill>
                <a:schemeClr val="tx2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9171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3D0A2A5-CF9A-4F29-9850-5A469D33A55C}"/>
              </a:ext>
            </a:extLst>
          </p:cNvPr>
          <p:cNvSpPr txBox="1"/>
          <p:nvPr/>
        </p:nvSpPr>
        <p:spPr>
          <a:xfrm>
            <a:off x="7984108" y="1263600"/>
            <a:ext cx="8468280" cy="1046440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6800" spc="4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Future Perspectives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F1B003-1325-4024-B5D6-8FEB024A20A1}"/>
              </a:ext>
            </a:extLst>
          </p:cNvPr>
          <p:cNvCxnSpPr/>
          <p:nvPr/>
        </p:nvCxnSpPr>
        <p:spPr>
          <a:xfrm>
            <a:off x="11520308" y="2622962"/>
            <a:ext cx="1364539" cy="0"/>
          </a:xfrm>
          <a:prstGeom prst="line">
            <a:avLst/>
          </a:prstGeom>
          <a:ln w="4572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E1AFD2-64C8-4FBC-B8E6-831CCBFE775F}"/>
              </a:ext>
            </a:extLst>
          </p:cNvPr>
          <p:cNvSpPr txBox="1"/>
          <p:nvPr/>
        </p:nvSpPr>
        <p:spPr>
          <a:xfrm>
            <a:off x="1838263" y="8520804"/>
            <a:ext cx="5281598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NLP vs Neural Network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C330C90-F229-4923-925B-D96C535580AF}"/>
              </a:ext>
            </a:extLst>
          </p:cNvPr>
          <p:cNvSpPr txBox="1">
            <a:spLocks/>
          </p:cNvSpPr>
          <p:nvPr/>
        </p:nvSpPr>
        <p:spPr>
          <a:xfrm>
            <a:off x="1838263" y="9572328"/>
            <a:ext cx="5462869" cy="1567612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640"/>
              </a:lnSpc>
            </a:pP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Improving the accuracy and the predictive power of the final model.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CF01A-4C5D-4F5F-8BF3-9133FA3AC8A1}"/>
              </a:ext>
            </a:extLst>
          </p:cNvPr>
          <p:cNvSpPr txBox="1"/>
          <p:nvPr/>
        </p:nvSpPr>
        <p:spPr>
          <a:xfrm>
            <a:off x="17394466" y="8237456"/>
            <a:ext cx="4465453" cy="86812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>
              <a:lnSpc>
                <a:spcPts val="7060"/>
              </a:lnSpc>
            </a:pPr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Improve the Flask app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E69DCC3-3D68-4F29-A840-4AB17117B813}"/>
              </a:ext>
            </a:extLst>
          </p:cNvPr>
          <p:cNvSpPr txBox="1">
            <a:spLocks/>
          </p:cNvSpPr>
          <p:nvPr/>
        </p:nvSpPr>
        <p:spPr>
          <a:xfrm>
            <a:off x="16705392" y="9568237"/>
            <a:ext cx="5462869" cy="110594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40"/>
              </a:lnSpc>
            </a:pP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Import lots of transcriptions at a time into a database.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C0DB3-2B84-407B-B10A-6DD5F281E897}"/>
              </a:ext>
            </a:extLst>
          </p:cNvPr>
          <p:cNvSpPr txBox="1"/>
          <p:nvPr/>
        </p:nvSpPr>
        <p:spPr>
          <a:xfrm>
            <a:off x="17694612" y="4211235"/>
            <a:ext cx="4165307" cy="86812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>
              <a:lnSpc>
                <a:spcPts val="7060"/>
              </a:lnSpc>
            </a:pPr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Predicting Keywords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DF837BD-DD7D-45E0-A8E4-03341DD745E1}"/>
              </a:ext>
            </a:extLst>
          </p:cNvPr>
          <p:cNvSpPr txBox="1">
            <a:spLocks/>
          </p:cNvSpPr>
          <p:nvPr/>
        </p:nvSpPr>
        <p:spPr>
          <a:xfrm>
            <a:off x="16688590" y="5542016"/>
            <a:ext cx="5462869" cy="110594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40"/>
              </a:lnSpc>
            </a:pP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 diseases, diagnosis, pharmaceutical drugs, and more.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914D27-E996-4271-AB54-4B6F68091953}"/>
              </a:ext>
            </a:extLst>
          </p:cNvPr>
          <p:cNvSpPr txBox="1"/>
          <p:nvPr/>
        </p:nvSpPr>
        <p:spPr>
          <a:xfrm>
            <a:off x="2794871" y="4207548"/>
            <a:ext cx="2233304" cy="86812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>
              <a:lnSpc>
                <a:spcPts val="7060"/>
              </a:lnSpc>
            </a:pPr>
            <a:r>
              <a:rPr lang="en-US" sz="3200" b="1" dirty="0">
                <a:solidFill>
                  <a:schemeClr val="tx2"/>
                </a:solidFill>
                <a:latin typeface="Open Sans Semibold" charset="0"/>
                <a:ea typeface="Open Sans Semibold" charset="0"/>
                <a:cs typeface="Open Sans Semibold" charset="0"/>
              </a:rPr>
              <a:t>More Data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D11ED8C-25BE-4867-A272-7B9F66E03FFA}"/>
              </a:ext>
            </a:extLst>
          </p:cNvPr>
          <p:cNvSpPr txBox="1">
            <a:spLocks/>
          </p:cNvSpPr>
          <p:nvPr/>
        </p:nvSpPr>
        <p:spPr>
          <a:xfrm>
            <a:off x="1987692" y="5542016"/>
            <a:ext cx="5462869" cy="110594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3640"/>
              </a:lnSpc>
            </a:pPr>
            <a:r>
              <a:rPr lang="en-US" sz="270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Glintt</a:t>
            </a:r>
            <a:r>
              <a:rPr lang="en-US" sz="27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software used in many hospitals (Portugal).</a:t>
            </a: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63ED1E35-93F3-4446-87A0-97826CC0D76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" r="17346"/>
          <a:stretch/>
        </p:blipFill>
        <p:spPr>
          <a:xfrm>
            <a:off x="7667909" y="5489027"/>
            <a:ext cx="4406835" cy="4406835"/>
          </a:xfrm>
        </p:spPr>
      </p:pic>
      <p:pic>
        <p:nvPicPr>
          <p:cNvPr id="63" name="Picture Placeholder 62">
            <a:extLst>
              <a:ext uri="{FF2B5EF4-FFF2-40B4-BE49-F238E27FC236}">
                <a16:creationId xmlns:a16="http://schemas.microsoft.com/office/drawing/2014/main" id="{B814CE98-AEFC-4228-B374-9FB0D5B0996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7" r="14533" b="11295"/>
          <a:stretch/>
        </p:blipFill>
        <p:spPr>
          <a:xfrm>
            <a:off x="12281755" y="5489026"/>
            <a:ext cx="4406835" cy="4406835"/>
          </a:xfrm>
        </p:spPr>
      </p:pic>
      <p:pic>
        <p:nvPicPr>
          <p:cNvPr id="9" name="Picture Placeholder 8" descr="A picture containing water, table, cat, person&#10;&#10;Description automatically generated">
            <a:extLst>
              <a:ext uri="{FF2B5EF4-FFF2-40B4-BE49-F238E27FC236}">
                <a16:creationId xmlns:a16="http://schemas.microsoft.com/office/drawing/2014/main" id="{450CBE82-0922-4ED9-91B1-D7B213C3A7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>
            <a:fillRect/>
          </a:stretch>
        </p:blipFill>
        <p:spPr/>
      </p:pic>
      <p:pic>
        <p:nvPicPr>
          <p:cNvPr id="15" name="Picture Placeholder 14" descr="A picture containing toy, sign, room&#10;&#10;Description automatically generated">
            <a:extLst>
              <a:ext uri="{FF2B5EF4-FFF2-40B4-BE49-F238E27FC236}">
                <a16:creationId xmlns:a16="http://schemas.microsoft.com/office/drawing/2014/main" id="{ABAF5B52-B15A-4D61-A59F-74C1B2AE2B7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92256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A5E3723-FC56-4A14-94D6-846602231D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1" r="10805"/>
          <a:stretch/>
        </p:blipFill>
        <p:spPr>
          <a:xfrm>
            <a:off x="0" y="0"/>
            <a:ext cx="24377650" cy="13716000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766FD38-36A5-42DD-B63A-3C88B4C30600}"/>
              </a:ext>
            </a:extLst>
          </p:cNvPr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3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D0F9F-9E13-41E2-B1BC-921F308A8B9A}"/>
              </a:ext>
            </a:extLst>
          </p:cNvPr>
          <p:cNvSpPr txBox="1"/>
          <p:nvPr/>
        </p:nvSpPr>
        <p:spPr>
          <a:xfrm>
            <a:off x="3809065" y="3616253"/>
            <a:ext cx="16804124" cy="4932184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pPr algn="ctr">
              <a:lnSpc>
                <a:spcPts val="13000"/>
              </a:lnSpc>
            </a:pPr>
            <a:r>
              <a:rPr lang="en-US" sz="10500" spc="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“The best way </a:t>
            </a:r>
          </a:p>
          <a:p>
            <a:pPr algn="ctr">
              <a:lnSpc>
                <a:spcPts val="13000"/>
              </a:lnSpc>
            </a:pPr>
            <a:r>
              <a:rPr lang="en-US" sz="10500" spc="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 predict the future </a:t>
            </a:r>
          </a:p>
          <a:p>
            <a:pPr algn="ctr">
              <a:lnSpc>
                <a:spcPts val="13000"/>
              </a:lnSpc>
            </a:pPr>
            <a:r>
              <a:rPr lang="en-US" sz="10500" spc="6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to create it”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2FEDD-79A5-41DC-9371-8E0A240AA2D2}"/>
              </a:ext>
            </a:extLst>
          </p:cNvPr>
          <p:cNvSpPr txBox="1"/>
          <p:nvPr/>
        </p:nvSpPr>
        <p:spPr>
          <a:xfrm>
            <a:off x="9158692" y="9295389"/>
            <a:ext cx="6089616" cy="64633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pPr algn="ctr"/>
            <a:r>
              <a:rPr lang="en-US" sz="4200" spc="1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Abraham Lincoln</a:t>
            </a:r>
          </a:p>
        </p:txBody>
      </p:sp>
    </p:spTree>
    <p:extLst>
      <p:ext uri="{BB962C8B-B14F-4D97-AF65-F5344CB8AC3E}">
        <p14:creationId xmlns:p14="http://schemas.microsoft.com/office/powerpoint/2010/main" val="2784004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42D4688-DE53-4829-9FFE-D5CEE277D9D5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2" r="17010"/>
          <a:stretch/>
        </p:blipFill>
        <p:spPr>
          <a:xfrm>
            <a:off x="8750007" y="-1403192"/>
            <a:ext cx="17547215" cy="1530309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0D7B15-DB6F-4B0F-B6AA-CCB5DA3AF08B}"/>
              </a:ext>
            </a:extLst>
          </p:cNvPr>
          <p:cNvSpPr>
            <a:spLocks/>
          </p:cNvSpPr>
          <p:nvPr/>
        </p:nvSpPr>
        <p:spPr bwMode="auto">
          <a:xfrm>
            <a:off x="1977028" y="4632530"/>
            <a:ext cx="10542951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anchor="ctr" anchorCtr="0">
            <a:spAutoFit/>
          </a:bodyPr>
          <a:lstStyle/>
          <a:p>
            <a:pPr defTabSz="4572000"/>
            <a:r>
              <a:rPr lang="en-US" sz="10500" b="1" spc="17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Bebas Neue" charset="0"/>
              </a:rPr>
              <a:t>ANY</a:t>
            </a:r>
          </a:p>
          <a:p>
            <a:pPr defTabSz="4572000"/>
            <a:r>
              <a:rPr lang="en-US" sz="10500" b="1" spc="17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Bebas Neue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157336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PTIFY-Medical-Light">
      <a:dk1>
        <a:srgbClr val="6D7783"/>
      </a:dk1>
      <a:lt1>
        <a:srgbClr val="FFFFFF"/>
      </a:lt1>
      <a:dk2>
        <a:srgbClr val="2C2E35"/>
      </a:dk2>
      <a:lt2>
        <a:srgbClr val="FFFFFF"/>
      </a:lt2>
      <a:accent1>
        <a:srgbClr val="19A0BE"/>
      </a:accent1>
      <a:accent2>
        <a:srgbClr val="5BAC9B"/>
      </a:accent2>
      <a:accent3>
        <a:srgbClr val="096F9F"/>
      </a:accent3>
      <a:accent4>
        <a:srgbClr val="0A3D76"/>
      </a:accent4>
      <a:accent5>
        <a:srgbClr val="BFF3F7"/>
      </a:accent5>
      <a:accent6>
        <a:srgbClr val="1A1A1A"/>
      </a:accent6>
      <a:hlink>
        <a:srgbClr val="F33B48"/>
      </a:hlink>
      <a:folHlink>
        <a:srgbClr val="FFC0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38358</TotalTime>
  <Words>332</Words>
  <Application>Microsoft Office PowerPoint</Application>
  <PresentationFormat>Custom</PresentationFormat>
  <Paragraphs>106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Lato Light</vt:lpstr>
      <vt:lpstr>Open Sans</vt:lpstr>
      <vt:lpstr>Open Sans Light</vt:lpstr>
      <vt:lpstr>Open Sans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Elevator</dc:title>
  <dc:subject/>
  <dc:creator>Isabella Moncada</dc:creator>
  <cp:keywords/>
  <dc:description/>
  <cp:lastModifiedBy>Joan</cp:lastModifiedBy>
  <cp:revision>7004</cp:revision>
  <cp:lastPrinted>2018-10-05T21:53:18Z</cp:lastPrinted>
  <dcterms:created xsi:type="dcterms:W3CDTF">2014-11-12T21:47:38Z</dcterms:created>
  <dcterms:modified xsi:type="dcterms:W3CDTF">2020-08-30T21:05:15Z</dcterms:modified>
  <cp:category/>
</cp:coreProperties>
</file>